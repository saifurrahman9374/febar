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7" r:id="rId3"/>
    <p:sldMasterId id="2147483718" r:id="rId4"/>
    <p:sldMasterId id="2147483719" r:id="rId5"/>
  </p:sldMasterIdLst>
  <p:notesMasterIdLst>
    <p:notesMasterId r:id="rId6"/>
  </p:notesMasterIdLst>
  <p:sldIdLst>
    <p:sldId id="256" r:id="rId7"/>
    <p:sldId id="257" r:id="rId8"/>
    <p:sldId id="258" r:id="rId9"/>
    <p:sldId id="259" r:id="rId10"/>
    <p:sldId id="260" r:id="rId11"/>
  </p:sldIdLst>
  <p:sldSz cy="6858000" cx="12188950"/>
  <p:notesSz cx="6858000" cy="9144000"/>
  <p:embeddedFontLst>
    <p:embeddedFont>
      <p:font typeface="DM Sans Medium"/>
      <p:regular r:id="rId12"/>
      <p:bold r:id="rId13"/>
      <p:italic r:id="rId14"/>
      <p:boldItalic r:id="rId15"/>
    </p:embeddedFont>
    <p:embeddedFont>
      <p:font typeface="DM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5" Type="http://schemas.openxmlformats.org/officeDocument/2006/relationships/slideMaster" Target="slideMasters/slideMaster3.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font" Target="fonts/DMSansMedium-bold.fntdata"/><Relationship Id="rId12" Type="http://schemas.openxmlformats.org/officeDocument/2006/relationships/font" Target="fonts/DMSansMedium-regular.fntdata"/><Relationship Id="rId15" Type="http://schemas.openxmlformats.org/officeDocument/2006/relationships/font" Target="fonts/DMSansMedium-boldItalic.fntdata"/><Relationship Id="rId14" Type="http://schemas.openxmlformats.org/officeDocument/2006/relationships/font" Target="fonts/DMSansMedium-italic.fntdata"/><Relationship Id="rId17" Type="http://schemas.openxmlformats.org/officeDocument/2006/relationships/font" Target="fonts/DMSans-bold.fntdata"/><Relationship Id="rId16" Type="http://schemas.openxmlformats.org/officeDocument/2006/relationships/font" Target="fonts/DMSans-regular.fntdata"/><Relationship Id="rId19" Type="http://schemas.openxmlformats.org/officeDocument/2006/relationships/font" Target="fonts/DMSans-boldItalic.fntdata"/><Relationship Id="rId18" Type="http://schemas.openxmlformats.org/officeDocument/2006/relationships/font" Target="fonts/DMSa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52d060d9c1_0_2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252d060d9c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65cc3bd194281a36_1_1: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65cc3bd194281a36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2b9d0a7b81a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2b9d0a7b81a_0_226:notes"/>
          <p:cNvSpPr/>
          <p:nvPr>
            <p:ph idx="2" type="sldImg"/>
          </p:nvPr>
        </p:nvSpPr>
        <p:spPr>
          <a:xfrm>
            <a:off x="382032" y="685800"/>
            <a:ext cx="6094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252d060d9c1_0_0: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252d060d9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h65cc3bd194281a36_1_9:notes"/>
          <p:cNvSpPr/>
          <p:nvPr>
            <p:ph idx="2" type="sldImg"/>
          </p:nvPr>
        </p:nvSpPr>
        <p:spPr>
          <a:xfrm>
            <a:off x="382063" y="685800"/>
            <a:ext cx="60945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h65cc3bd194281a3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t>"From our last call, the message was clear — grid stability is under pressure as renewables, EVs, and distributed energy push demand in unpredictable ways across your 20+ Distribution System Operators, the regional entities responsible for managing and delivering electricity across different parts of the grid. Data is fragmented across disconnected SCADA, GIS, and asset systems, making timely insights nearly impossible. Costs are climbing to maintain siloed tools, and without centralized governance, EU compliance and security are real concerns."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"Your CIO made the right call funding an Azure data lake — but it's early days. You're still integrating across business units, and the AI pilots you've run are isolated with no path to production. Agentic AI for grid intelligence is new territory."</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"So let's look at your existing architecture to see where things stand today."</a:t>
            </a:r>
            <a:endParaRPr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1.png"/><Relationship Id="rId3"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png"/><Relationship Id="rId3"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 Id="rId3"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png"/><Relationship Id="rId3"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 Id="rId3"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png"/><Relationship Id="rId3"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 Id="rId3"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2.png"/><Relationship Id="rId3"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15507" y="992767"/>
            <a:ext cx="11358000" cy="27369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6900"/>
              <a:buNone/>
              <a:defRPr sz="6900"/>
            </a:lvl1pPr>
            <a:lvl2pPr lvl="1" rtl="0" algn="ctr">
              <a:spcBef>
                <a:spcPts val="0"/>
              </a:spcBef>
              <a:spcAft>
                <a:spcPts val="0"/>
              </a:spcAft>
              <a:buSzPts val="6900"/>
              <a:buNone/>
              <a:defRPr sz="6900"/>
            </a:lvl2pPr>
            <a:lvl3pPr lvl="2" rtl="0" algn="ctr">
              <a:spcBef>
                <a:spcPts val="0"/>
              </a:spcBef>
              <a:spcAft>
                <a:spcPts val="0"/>
              </a:spcAft>
              <a:buSzPts val="6900"/>
              <a:buNone/>
              <a:defRPr sz="6900"/>
            </a:lvl3pPr>
            <a:lvl4pPr lvl="3" rtl="0" algn="ctr">
              <a:spcBef>
                <a:spcPts val="0"/>
              </a:spcBef>
              <a:spcAft>
                <a:spcPts val="0"/>
              </a:spcAft>
              <a:buSzPts val="6900"/>
              <a:buNone/>
              <a:defRPr sz="6900"/>
            </a:lvl4pPr>
            <a:lvl5pPr lvl="4" rtl="0" algn="ctr">
              <a:spcBef>
                <a:spcPts val="0"/>
              </a:spcBef>
              <a:spcAft>
                <a:spcPts val="0"/>
              </a:spcAft>
              <a:buSzPts val="6900"/>
              <a:buNone/>
              <a:defRPr sz="6900"/>
            </a:lvl5pPr>
            <a:lvl6pPr lvl="5" rtl="0" algn="ctr">
              <a:spcBef>
                <a:spcPts val="0"/>
              </a:spcBef>
              <a:spcAft>
                <a:spcPts val="0"/>
              </a:spcAft>
              <a:buSzPts val="6900"/>
              <a:buNone/>
              <a:defRPr sz="6900"/>
            </a:lvl6pPr>
            <a:lvl7pPr lvl="6" rtl="0" algn="ctr">
              <a:spcBef>
                <a:spcPts val="0"/>
              </a:spcBef>
              <a:spcAft>
                <a:spcPts val="0"/>
              </a:spcAft>
              <a:buSzPts val="6900"/>
              <a:buNone/>
              <a:defRPr sz="6900"/>
            </a:lvl7pPr>
            <a:lvl8pPr lvl="7" rtl="0" algn="ctr">
              <a:spcBef>
                <a:spcPts val="0"/>
              </a:spcBef>
              <a:spcAft>
                <a:spcPts val="0"/>
              </a:spcAft>
              <a:buSzPts val="6900"/>
              <a:buNone/>
              <a:defRPr sz="6900"/>
            </a:lvl8pPr>
            <a:lvl9pPr lvl="8" rtl="0" algn="ctr">
              <a:spcBef>
                <a:spcPts val="0"/>
              </a:spcBef>
              <a:spcAft>
                <a:spcPts val="0"/>
              </a:spcAft>
              <a:buSzPts val="6900"/>
              <a:buNone/>
              <a:defRPr sz="6900"/>
            </a:lvl9pPr>
          </a:lstStyle>
          <a:p/>
        </p:txBody>
      </p:sp>
      <p:sp>
        <p:nvSpPr>
          <p:cNvPr id="11" name="Google Shape;11;p2"/>
          <p:cNvSpPr txBox="1"/>
          <p:nvPr>
            <p:ph idx="1" type="subTitle"/>
          </p:nvPr>
        </p:nvSpPr>
        <p:spPr>
          <a:xfrm>
            <a:off x="415496" y="3778833"/>
            <a:ext cx="11358000" cy="1056900"/>
          </a:xfrm>
          <a:prstGeom prst="rect">
            <a:avLst/>
          </a:prstGeom>
        </p:spPr>
        <p:txBody>
          <a:bodyPr anchorCtr="0" anchor="t" bIns="121875" lIns="121875" spcFirstLastPara="1" rIns="121875" wrap="square" tIns="121875">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12" name="Google Shape;12;p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415496" y="2867800"/>
            <a:ext cx="11358000" cy="1122300"/>
          </a:xfrm>
          <a:prstGeom prst="rect">
            <a:avLst/>
          </a:prstGeom>
        </p:spPr>
        <p:txBody>
          <a:bodyPr anchorCtr="0" anchor="ctr" bIns="121875" lIns="121875" spcFirstLastPara="1" rIns="121875" wrap="square" tIns="121875">
            <a:normAutofit/>
          </a:bodyPr>
          <a:lstStyle>
            <a:lvl1pPr lvl="0" rtl="0" algn="ctr">
              <a:spcBef>
                <a:spcPts val="0"/>
              </a:spcBef>
              <a:spcAft>
                <a:spcPts val="0"/>
              </a:spcAft>
              <a:buSzPts val="4800"/>
              <a:buNone/>
              <a:defRPr sz="4800"/>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5" name="Google Shape;15;p3"/>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8" name="Google Shape;18;p4"/>
          <p:cNvSpPr txBox="1"/>
          <p:nvPr>
            <p:ph idx="1" type="body"/>
          </p:nvPr>
        </p:nvSpPr>
        <p:spPr>
          <a:xfrm>
            <a:off x="415496" y="1536633"/>
            <a:ext cx="11358000" cy="4555200"/>
          </a:xfrm>
          <a:prstGeom prst="rect">
            <a:avLst/>
          </a:prstGeom>
        </p:spPr>
        <p:txBody>
          <a:bodyPr anchorCtr="0" anchor="t" bIns="121875" lIns="121875" spcFirstLastPara="1" rIns="121875" wrap="square" tIns="121875">
            <a:normAutofit/>
          </a:bodyPr>
          <a:lstStyle>
            <a:lvl1pPr indent="-381000" lvl="0" marL="457200" rtl="0">
              <a:spcBef>
                <a:spcPts val="0"/>
              </a:spcBef>
              <a:spcAft>
                <a:spcPts val="0"/>
              </a:spcAft>
              <a:buSzPts val="2400"/>
              <a:buChar char="●"/>
              <a:defRPr/>
            </a:lvl1pPr>
            <a:lvl2pPr indent="-349250" lvl="1" marL="914400" rtl="0">
              <a:spcBef>
                <a:spcPts val="0"/>
              </a:spcBef>
              <a:spcAft>
                <a:spcPts val="0"/>
              </a:spcAft>
              <a:buSzPts val="1900"/>
              <a:buChar char="○"/>
              <a:defRPr/>
            </a:lvl2pPr>
            <a:lvl3pPr indent="-349250" lvl="2" marL="1371600" rtl="0">
              <a:spcBef>
                <a:spcPts val="0"/>
              </a:spcBef>
              <a:spcAft>
                <a:spcPts val="0"/>
              </a:spcAft>
              <a:buSzPts val="1900"/>
              <a:buChar char="■"/>
              <a:defRPr/>
            </a:lvl3pPr>
            <a:lvl4pPr indent="-349250" lvl="3" marL="1828800" rtl="0">
              <a:spcBef>
                <a:spcPts val="0"/>
              </a:spcBef>
              <a:spcAft>
                <a:spcPts val="0"/>
              </a:spcAft>
              <a:buSzPts val="1900"/>
              <a:buChar char="●"/>
              <a:defRPr/>
            </a:lvl4pPr>
            <a:lvl5pPr indent="-349250" lvl="4" marL="2286000" rtl="0">
              <a:spcBef>
                <a:spcPts val="0"/>
              </a:spcBef>
              <a:spcAft>
                <a:spcPts val="0"/>
              </a:spcAft>
              <a:buSzPts val="1900"/>
              <a:buChar char="○"/>
              <a:defRPr/>
            </a:lvl5pPr>
            <a:lvl6pPr indent="-349250" lvl="5" marL="2743200" rtl="0">
              <a:spcBef>
                <a:spcPts val="0"/>
              </a:spcBef>
              <a:spcAft>
                <a:spcPts val="0"/>
              </a:spcAft>
              <a:buSzPts val="1900"/>
              <a:buChar char="■"/>
              <a:defRPr/>
            </a:lvl6pPr>
            <a:lvl7pPr indent="-349250" lvl="6" marL="3200400" rtl="0">
              <a:spcBef>
                <a:spcPts val="0"/>
              </a:spcBef>
              <a:spcAft>
                <a:spcPts val="0"/>
              </a:spcAft>
              <a:buSzPts val="1900"/>
              <a:buChar char="●"/>
              <a:defRPr/>
            </a:lvl7pPr>
            <a:lvl8pPr indent="-349250" lvl="7" marL="3657600" rtl="0">
              <a:spcBef>
                <a:spcPts val="0"/>
              </a:spcBef>
              <a:spcAft>
                <a:spcPts val="0"/>
              </a:spcAft>
              <a:buSzPts val="1900"/>
              <a:buChar char="○"/>
              <a:defRPr/>
            </a:lvl8pPr>
            <a:lvl9pPr indent="-349250" lvl="8" marL="4114800" rtl="0">
              <a:spcBef>
                <a:spcPts val="0"/>
              </a:spcBef>
              <a:spcAft>
                <a:spcPts val="0"/>
              </a:spcAft>
              <a:buSzPts val="1900"/>
              <a:buChar char="■"/>
              <a:defRPr/>
            </a:lvl9pPr>
          </a:lstStyle>
          <a:p/>
        </p:txBody>
      </p:sp>
      <p:sp>
        <p:nvSpPr>
          <p:cNvPr id="19" name="Google Shape;19;p4"/>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2" name="Google Shape;22;p5"/>
          <p:cNvSpPr txBox="1"/>
          <p:nvPr>
            <p:ph idx="1" type="body"/>
          </p:nvPr>
        </p:nvSpPr>
        <p:spPr>
          <a:xfrm>
            <a:off x="415496" y="1536633"/>
            <a:ext cx="5331900" cy="4555200"/>
          </a:xfrm>
          <a:prstGeom prst="rect">
            <a:avLst/>
          </a:prstGeom>
        </p:spPr>
        <p:txBody>
          <a:bodyPr anchorCtr="0" anchor="t" bIns="121875" lIns="121875" spcFirstLastPara="1" rIns="121875" wrap="square" tIns="121875">
            <a:normAutofit/>
          </a:bodyPr>
          <a:lstStyle>
            <a:lvl1pPr indent="-349250" lvl="0" marL="457200" rtl="0">
              <a:spcBef>
                <a:spcPts val="0"/>
              </a:spcBef>
              <a:spcAft>
                <a:spcPts val="0"/>
              </a:spcAft>
              <a:buSzPts val="1900"/>
              <a:buChar char="●"/>
              <a:defRPr sz="19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3" name="Google Shape;23;p5"/>
          <p:cNvSpPr txBox="1"/>
          <p:nvPr>
            <p:ph idx="2" type="body"/>
          </p:nvPr>
        </p:nvSpPr>
        <p:spPr>
          <a:xfrm>
            <a:off x="6441588" y="1536633"/>
            <a:ext cx="5331900" cy="4555200"/>
          </a:xfrm>
          <a:prstGeom prst="rect">
            <a:avLst/>
          </a:prstGeom>
        </p:spPr>
        <p:txBody>
          <a:bodyPr anchorCtr="0" anchor="t" bIns="121875" lIns="121875" spcFirstLastPara="1" rIns="121875" wrap="square" tIns="121875">
            <a:normAutofit/>
          </a:bodyPr>
          <a:lstStyle>
            <a:lvl1pPr indent="-349250" lvl="0" marL="457200" rtl="0">
              <a:spcBef>
                <a:spcPts val="0"/>
              </a:spcBef>
              <a:spcAft>
                <a:spcPts val="0"/>
              </a:spcAft>
              <a:buSzPts val="1900"/>
              <a:buChar char="●"/>
              <a:defRPr sz="19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24" name="Google Shape;24;p5"/>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415496" y="593367"/>
            <a:ext cx="11358000" cy="763500"/>
          </a:xfrm>
          <a:prstGeom prst="rect">
            <a:avLst/>
          </a:prstGeom>
        </p:spPr>
        <p:txBody>
          <a:bodyPr anchorCtr="0" anchor="t" bIns="121875" lIns="121875" spcFirstLastPara="1" rIns="121875" wrap="square" tIns="121875">
            <a:norm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27" name="Google Shape;27;p6"/>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415496" y="740800"/>
            <a:ext cx="3743100" cy="1007700"/>
          </a:xfrm>
          <a:prstGeom prst="rect">
            <a:avLst/>
          </a:prstGeom>
        </p:spPr>
        <p:txBody>
          <a:bodyPr anchorCtr="0" anchor="b" bIns="121875" lIns="121875" spcFirstLastPara="1" rIns="121875" wrap="square" tIns="121875">
            <a:norm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p:txBody>
      </p:sp>
      <p:sp>
        <p:nvSpPr>
          <p:cNvPr id="30" name="Google Shape;30;p7"/>
          <p:cNvSpPr txBox="1"/>
          <p:nvPr>
            <p:ph idx="1" type="body"/>
          </p:nvPr>
        </p:nvSpPr>
        <p:spPr>
          <a:xfrm>
            <a:off x="415496" y="1852800"/>
            <a:ext cx="3743100" cy="4239300"/>
          </a:xfrm>
          <a:prstGeom prst="rect">
            <a:avLst/>
          </a:prstGeom>
        </p:spPr>
        <p:txBody>
          <a:bodyPr anchorCtr="0" anchor="t" bIns="121875" lIns="121875" spcFirstLastPara="1" rIns="121875" wrap="square" tIns="121875">
            <a:normAutofit/>
          </a:bodyPr>
          <a:lstStyle>
            <a:lvl1pPr indent="-330200" lvl="0" marL="457200" rtl="0">
              <a:spcBef>
                <a:spcPts val="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1" name="Google Shape;31;p7"/>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653503" y="600200"/>
            <a:ext cx="8488200" cy="5454300"/>
          </a:xfrm>
          <a:prstGeom prst="rect">
            <a:avLst/>
          </a:prstGeom>
        </p:spPr>
        <p:txBody>
          <a:bodyPr anchorCtr="0" anchor="ctr" bIns="121875" lIns="121875" spcFirstLastPara="1" rIns="121875" wrap="square" tIns="121875">
            <a:norm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p:txBody>
      </p:sp>
      <p:sp>
        <p:nvSpPr>
          <p:cNvPr id="34" name="Google Shape;34;p8"/>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53911" y="1644233"/>
            <a:ext cx="5392200" cy="19764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5600"/>
              <a:buNone/>
              <a:defRPr sz="5600"/>
            </a:lvl1pPr>
            <a:lvl2pPr lvl="1" rtl="0" algn="ctr">
              <a:spcBef>
                <a:spcPts val="0"/>
              </a:spcBef>
              <a:spcAft>
                <a:spcPts val="0"/>
              </a:spcAft>
              <a:buSzPts val="5600"/>
              <a:buNone/>
              <a:defRPr sz="5600"/>
            </a:lvl2pPr>
            <a:lvl3pPr lvl="2" rtl="0" algn="ctr">
              <a:spcBef>
                <a:spcPts val="0"/>
              </a:spcBef>
              <a:spcAft>
                <a:spcPts val="0"/>
              </a:spcAft>
              <a:buSzPts val="5600"/>
              <a:buNone/>
              <a:defRPr sz="5600"/>
            </a:lvl3pPr>
            <a:lvl4pPr lvl="3" rtl="0" algn="ctr">
              <a:spcBef>
                <a:spcPts val="0"/>
              </a:spcBef>
              <a:spcAft>
                <a:spcPts val="0"/>
              </a:spcAft>
              <a:buSzPts val="5600"/>
              <a:buNone/>
              <a:defRPr sz="5600"/>
            </a:lvl4pPr>
            <a:lvl5pPr lvl="4" rtl="0" algn="ctr">
              <a:spcBef>
                <a:spcPts val="0"/>
              </a:spcBef>
              <a:spcAft>
                <a:spcPts val="0"/>
              </a:spcAft>
              <a:buSzPts val="5600"/>
              <a:buNone/>
              <a:defRPr sz="5600"/>
            </a:lvl5pPr>
            <a:lvl6pPr lvl="5" rtl="0" algn="ctr">
              <a:spcBef>
                <a:spcPts val="0"/>
              </a:spcBef>
              <a:spcAft>
                <a:spcPts val="0"/>
              </a:spcAft>
              <a:buSzPts val="5600"/>
              <a:buNone/>
              <a:defRPr sz="5600"/>
            </a:lvl6pPr>
            <a:lvl7pPr lvl="6" rtl="0" algn="ctr">
              <a:spcBef>
                <a:spcPts val="0"/>
              </a:spcBef>
              <a:spcAft>
                <a:spcPts val="0"/>
              </a:spcAft>
              <a:buSzPts val="5600"/>
              <a:buNone/>
              <a:defRPr sz="5600"/>
            </a:lvl7pPr>
            <a:lvl8pPr lvl="7" rtl="0" algn="ctr">
              <a:spcBef>
                <a:spcPts val="0"/>
              </a:spcBef>
              <a:spcAft>
                <a:spcPts val="0"/>
              </a:spcAft>
              <a:buSzPts val="5600"/>
              <a:buNone/>
              <a:defRPr sz="5600"/>
            </a:lvl8pPr>
            <a:lvl9pPr lvl="8" rtl="0" algn="ctr">
              <a:spcBef>
                <a:spcPts val="0"/>
              </a:spcBef>
              <a:spcAft>
                <a:spcPts val="0"/>
              </a:spcAft>
              <a:buSzPts val="5600"/>
              <a:buNone/>
              <a:defRPr sz="5600"/>
            </a:lvl9pPr>
          </a:lstStyle>
          <a:p/>
        </p:txBody>
      </p:sp>
      <p:sp>
        <p:nvSpPr>
          <p:cNvPr id="38" name="Google Shape;38;p9"/>
          <p:cNvSpPr txBox="1"/>
          <p:nvPr>
            <p:ph idx="1" type="subTitle"/>
          </p:nvPr>
        </p:nvSpPr>
        <p:spPr>
          <a:xfrm>
            <a:off x="353911" y="3737433"/>
            <a:ext cx="5392200" cy="1646700"/>
          </a:xfrm>
          <a:prstGeom prst="rect">
            <a:avLst/>
          </a:prstGeom>
        </p:spPr>
        <p:txBody>
          <a:bodyPr anchorCtr="0" anchor="t" bIns="121875" lIns="121875" spcFirstLastPara="1" rIns="121875" wrap="square" tIns="12187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9" name="Google Shape;39;p9"/>
          <p:cNvSpPr txBox="1"/>
          <p:nvPr>
            <p:ph idx="2" type="body"/>
          </p:nvPr>
        </p:nvSpPr>
        <p:spPr>
          <a:xfrm>
            <a:off x="6584352" y="965433"/>
            <a:ext cx="5114700" cy="4926900"/>
          </a:xfrm>
          <a:prstGeom prst="rect">
            <a:avLst/>
          </a:prstGeom>
        </p:spPr>
        <p:txBody>
          <a:bodyPr anchorCtr="0" anchor="ctr" bIns="121875" lIns="121875" spcFirstLastPara="1" rIns="121875" wrap="square" tIns="121875">
            <a:normAutofit/>
          </a:bodyPr>
          <a:lstStyle>
            <a:lvl1pPr indent="-381000" lvl="0" marL="457200" rtl="0">
              <a:spcBef>
                <a:spcPts val="0"/>
              </a:spcBef>
              <a:spcAft>
                <a:spcPts val="0"/>
              </a:spcAft>
              <a:buSzPts val="2400"/>
              <a:buChar char="●"/>
              <a:defRPr/>
            </a:lvl1pPr>
            <a:lvl2pPr indent="-349250" lvl="1" marL="914400" rtl="0">
              <a:spcBef>
                <a:spcPts val="0"/>
              </a:spcBef>
              <a:spcAft>
                <a:spcPts val="0"/>
              </a:spcAft>
              <a:buSzPts val="1900"/>
              <a:buChar char="○"/>
              <a:defRPr/>
            </a:lvl2pPr>
            <a:lvl3pPr indent="-349250" lvl="2" marL="1371600" rtl="0">
              <a:spcBef>
                <a:spcPts val="0"/>
              </a:spcBef>
              <a:spcAft>
                <a:spcPts val="0"/>
              </a:spcAft>
              <a:buSzPts val="1900"/>
              <a:buChar char="■"/>
              <a:defRPr/>
            </a:lvl3pPr>
            <a:lvl4pPr indent="-349250" lvl="3" marL="1828800" rtl="0">
              <a:spcBef>
                <a:spcPts val="0"/>
              </a:spcBef>
              <a:spcAft>
                <a:spcPts val="0"/>
              </a:spcAft>
              <a:buSzPts val="1900"/>
              <a:buChar char="●"/>
              <a:defRPr/>
            </a:lvl4pPr>
            <a:lvl5pPr indent="-349250" lvl="4" marL="2286000" rtl="0">
              <a:spcBef>
                <a:spcPts val="0"/>
              </a:spcBef>
              <a:spcAft>
                <a:spcPts val="0"/>
              </a:spcAft>
              <a:buSzPts val="1900"/>
              <a:buChar char="○"/>
              <a:defRPr/>
            </a:lvl5pPr>
            <a:lvl6pPr indent="-349250" lvl="5" marL="2743200" rtl="0">
              <a:spcBef>
                <a:spcPts val="0"/>
              </a:spcBef>
              <a:spcAft>
                <a:spcPts val="0"/>
              </a:spcAft>
              <a:buSzPts val="1900"/>
              <a:buChar char="■"/>
              <a:defRPr/>
            </a:lvl6pPr>
            <a:lvl7pPr indent="-349250" lvl="6" marL="3200400" rtl="0">
              <a:spcBef>
                <a:spcPts val="0"/>
              </a:spcBef>
              <a:spcAft>
                <a:spcPts val="0"/>
              </a:spcAft>
              <a:buSzPts val="1900"/>
              <a:buChar char="●"/>
              <a:defRPr/>
            </a:lvl7pPr>
            <a:lvl8pPr indent="-349250" lvl="7" marL="3657600" rtl="0">
              <a:spcBef>
                <a:spcPts val="0"/>
              </a:spcBef>
              <a:spcAft>
                <a:spcPts val="0"/>
              </a:spcAft>
              <a:buSzPts val="1900"/>
              <a:buChar char="○"/>
              <a:defRPr/>
            </a:lvl8pPr>
            <a:lvl9pPr indent="-349250" lvl="8" marL="4114800" rtl="0">
              <a:spcBef>
                <a:spcPts val="0"/>
              </a:spcBef>
              <a:spcAft>
                <a:spcPts val="0"/>
              </a:spcAft>
              <a:buSzPts val="1900"/>
              <a:buChar char="■"/>
              <a:defRPr/>
            </a:lvl9pPr>
          </a:lstStyle>
          <a:p/>
        </p:txBody>
      </p:sp>
      <p:sp>
        <p:nvSpPr>
          <p:cNvPr id="40" name="Google Shape;40;p9"/>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415496" y="5640767"/>
            <a:ext cx="7996500" cy="806700"/>
          </a:xfrm>
          <a:prstGeom prst="rect">
            <a:avLst/>
          </a:prstGeom>
        </p:spPr>
        <p:txBody>
          <a:bodyPr anchorCtr="0" anchor="ctr" bIns="121875" lIns="121875" spcFirstLastPara="1" rIns="121875" wrap="square" tIns="121875">
            <a:normAutofit/>
          </a:bodyPr>
          <a:lstStyle>
            <a:lvl1pPr indent="-228600" lvl="0" marL="457200" rtl="0">
              <a:lnSpc>
                <a:spcPct val="100000"/>
              </a:lnSpc>
              <a:spcBef>
                <a:spcPts val="0"/>
              </a:spcBef>
              <a:spcAft>
                <a:spcPts val="0"/>
              </a:spcAft>
              <a:buSzPts val="2400"/>
              <a:buNone/>
              <a:defRPr/>
            </a:lvl1pPr>
          </a:lstStyle>
          <a:p/>
        </p:txBody>
      </p:sp>
      <p:sp>
        <p:nvSpPr>
          <p:cNvPr id="43" name="Google Shape;43;p10"/>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415496" y="1474833"/>
            <a:ext cx="11358000" cy="2618100"/>
          </a:xfrm>
          <a:prstGeom prst="rect">
            <a:avLst/>
          </a:prstGeom>
        </p:spPr>
        <p:txBody>
          <a:bodyPr anchorCtr="0" anchor="b" bIns="121875" lIns="121875" spcFirstLastPara="1" rIns="121875" wrap="square" tIns="121875">
            <a:normAutofit/>
          </a:bodyPr>
          <a:lstStyle>
            <a:lvl1pPr lvl="0" rtl="0" algn="ctr">
              <a:spcBef>
                <a:spcPts val="0"/>
              </a:spcBef>
              <a:spcAft>
                <a:spcPts val="0"/>
              </a:spcAft>
              <a:buSzPts val="16000"/>
              <a:buNone/>
              <a:defRPr sz="16000"/>
            </a:lvl1pPr>
            <a:lvl2pPr lvl="1" rtl="0" algn="ctr">
              <a:spcBef>
                <a:spcPts val="0"/>
              </a:spcBef>
              <a:spcAft>
                <a:spcPts val="0"/>
              </a:spcAft>
              <a:buSzPts val="16000"/>
              <a:buNone/>
              <a:defRPr sz="16000"/>
            </a:lvl2pPr>
            <a:lvl3pPr lvl="2" rtl="0" algn="ctr">
              <a:spcBef>
                <a:spcPts val="0"/>
              </a:spcBef>
              <a:spcAft>
                <a:spcPts val="0"/>
              </a:spcAft>
              <a:buSzPts val="16000"/>
              <a:buNone/>
              <a:defRPr sz="16000"/>
            </a:lvl3pPr>
            <a:lvl4pPr lvl="3" rtl="0" algn="ctr">
              <a:spcBef>
                <a:spcPts val="0"/>
              </a:spcBef>
              <a:spcAft>
                <a:spcPts val="0"/>
              </a:spcAft>
              <a:buSzPts val="16000"/>
              <a:buNone/>
              <a:defRPr sz="16000"/>
            </a:lvl4pPr>
            <a:lvl5pPr lvl="4" rtl="0" algn="ctr">
              <a:spcBef>
                <a:spcPts val="0"/>
              </a:spcBef>
              <a:spcAft>
                <a:spcPts val="0"/>
              </a:spcAft>
              <a:buSzPts val="16000"/>
              <a:buNone/>
              <a:defRPr sz="16000"/>
            </a:lvl5pPr>
            <a:lvl6pPr lvl="5" rtl="0" algn="ctr">
              <a:spcBef>
                <a:spcPts val="0"/>
              </a:spcBef>
              <a:spcAft>
                <a:spcPts val="0"/>
              </a:spcAft>
              <a:buSzPts val="16000"/>
              <a:buNone/>
              <a:defRPr sz="16000"/>
            </a:lvl6pPr>
            <a:lvl7pPr lvl="6" rtl="0" algn="ctr">
              <a:spcBef>
                <a:spcPts val="0"/>
              </a:spcBef>
              <a:spcAft>
                <a:spcPts val="0"/>
              </a:spcAft>
              <a:buSzPts val="16000"/>
              <a:buNone/>
              <a:defRPr sz="16000"/>
            </a:lvl7pPr>
            <a:lvl8pPr lvl="7" rtl="0" algn="ctr">
              <a:spcBef>
                <a:spcPts val="0"/>
              </a:spcBef>
              <a:spcAft>
                <a:spcPts val="0"/>
              </a:spcAft>
              <a:buSzPts val="16000"/>
              <a:buNone/>
              <a:defRPr sz="16000"/>
            </a:lvl8pPr>
            <a:lvl9pPr lvl="8" rtl="0" algn="ctr">
              <a:spcBef>
                <a:spcPts val="0"/>
              </a:spcBef>
              <a:spcAft>
                <a:spcPts val="0"/>
              </a:spcAft>
              <a:buSzPts val="16000"/>
              <a:buNone/>
              <a:defRPr sz="16000"/>
            </a:lvl9pPr>
          </a:lstStyle>
          <a:p>
            <a:r>
              <a:t>xx%</a:t>
            </a:r>
          </a:p>
        </p:txBody>
      </p:sp>
      <p:sp>
        <p:nvSpPr>
          <p:cNvPr id="46" name="Google Shape;46;p11"/>
          <p:cNvSpPr txBox="1"/>
          <p:nvPr>
            <p:ph idx="1" type="body"/>
          </p:nvPr>
        </p:nvSpPr>
        <p:spPr>
          <a:xfrm>
            <a:off x="415496" y="4202967"/>
            <a:ext cx="11358000" cy="1734300"/>
          </a:xfrm>
          <a:prstGeom prst="rect">
            <a:avLst/>
          </a:prstGeom>
        </p:spPr>
        <p:txBody>
          <a:bodyPr anchorCtr="0" anchor="t" bIns="121875" lIns="121875" spcFirstLastPara="1" rIns="121875" wrap="square" tIns="121875">
            <a:normAutofit/>
          </a:bodyPr>
          <a:lstStyle>
            <a:lvl1pPr indent="-381000" lvl="0" marL="457200" rtl="0" algn="ctr">
              <a:spcBef>
                <a:spcPts val="0"/>
              </a:spcBef>
              <a:spcAft>
                <a:spcPts val="0"/>
              </a:spcAft>
              <a:buSzPts val="2400"/>
              <a:buChar char="●"/>
              <a:defRPr/>
            </a:lvl1pPr>
            <a:lvl2pPr indent="-349250" lvl="1" marL="914400" rtl="0" algn="ctr">
              <a:spcBef>
                <a:spcPts val="0"/>
              </a:spcBef>
              <a:spcAft>
                <a:spcPts val="0"/>
              </a:spcAft>
              <a:buSzPts val="1900"/>
              <a:buChar char="○"/>
              <a:defRPr/>
            </a:lvl2pPr>
            <a:lvl3pPr indent="-349250" lvl="2" marL="1371600" rtl="0" algn="ctr">
              <a:spcBef>
                <a:spcPts val="0"/>
              </a:spcBef>
              <a:spcAft>
                <a:spcPts val="0"/>
              </a:spcAft>
              <a:buSzPts val="1900"/>
              <a:buChar char="■"/>
              <a:defRPr/>
            </a:lvl3pPr>
            <a:lvl4pPr indent="-349250" lvl="3" marL="1828800" rtl="0" algn="ctr">
              <a:spcBef>
                <a:spcPts val="0"/>
              </a:spcBef>
              <a:spcAft>
                <a:spcPts val="0"/>
              </a:spcAft>
              <a:buSzPts val="1900"/>
              <a:buChar char="●"/>
              <a:defRPr/>
            </a:lvl4pPr>
            <a:lvl5pPr indent="-349250" lvl="4" marL="2286000" rtl="0" algn="ctr">
              <a:spcBef>
                <a:spcPts val="0"/>
              </a:spcBef>
              <a:spcAft>
                <a:spcPts val="0"/>
              </a:spcAft>
              <a:buSzPts val="1900"/>
              <a:buChar char="○"/>
              <a:defRPr/>
            </a:lvl5pPr>
            <a:lvl6pPr indent="-349250" lvl="5" marL="2743200" rtl="0" algn="ctr">
              <a:spcBef>
                <a:spcPts val="0"/>
              </a:spcBef>
              <a:spcAft>
                <a:spcPts val="0"/>
              </a:spcAft>
              <a:buSzPts val="1900"/>
              <a:buChar char="■"/>
              <a:defRPr/>
            </a:lvl6pPr>
            <a:lvl7pPr indent="-349250" lvl="6" marL="3200400" rtl="0" algn="ctr">
              <a:spcBef>
                <a:spcPts val="0"/>
              </a:spcBef>
              <a:spcAft>
                <a:spcPts val="0"/>
              </a:spcAft>
              <a:buSzPts val="1900"/>
              <a:buChar char="●"/>
              <a:defRPr/>
            </a:lvl7pPr>
            <a:lvl8pPr indent="-349250" lvl="7" marL="3657600" rtl="0" algn="ctr">
              <a:spcBef>
                <a:spcPts val="0"/>
              </a:spcBef>
              <a:spcAft>
                <a:spcPts val="0"/>
              </a:spcAft>
              <a:buSzPts val="1900"/>
              <a:buChar char="○"/>
              <a:defRPr/>
            </a:lvl8pPr>
            <a:lvl9pPr indent="-349250" lvl="8" marL="4114800" rtl="0" algn="ctr">
              <a:spcBef>
                <a:spcPts val="0"/>
              </a:spcBef>
              <a:spcAft>
                <a:spcPts val="0"/>
              </a:spcAft>
              <a:buSzPts val="1900"/>
              <a:buChar char="■"/>
              <a:defRPr/>
            </a:lvl9pPr>
          </a:lstStyle>
          <a:p/>
        </p:txBody>
      </p:sp>
      <p:sp>
        <p:nvSpPr>
          <p:cNvPr id="47" name="Google Shape;47;p11"/>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1293784" y="6217622"/>
            <a:ext cx="731400" cy="524700"/>
          </a:xfrm>
          <a:prstGeom prst="rect">
            <a:avLst/>
          </a:prstGeom>
        </p:spPr>
        <p:txBody>
          <a:bodyPr anchorCtr="0" anchor="ctr" bIns="121875" lIns="121875" spcFirstLastPara="1" rIns="121875" wrap="square" tIns="12187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Title Slide A - Light" type="title">
  <p:cSld name="TITLE">
    <p:spTree>
      <p:nvGrpSpPr>
        <p:cNvPr id="57" name="Shape 57"/>
        <p:cNvGrpSpPr/>
        <p:nvPr/>
      </p:nvGrpSpPr>
      <p:grpSpPr>
        <a:xfrm>
          <a:off x="0" y="0"/>
          <a:ext cx="0" cy="0"/>
          <a:chOff x="0" y="0"/>
          <a:chExt cx="0" cy="0"/>
        </a:xfrm>
      </p:grpSpPr>
      <p:sp>
        <p:nvSpPr>
          <p:cNvPr id="58" name="Google Shape;58;p14"/>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a:lnSpc>
                <a:spcPct val="90000"/>
              </a:lnSpc>
              <a:spcBef>
                <a:spcPts val="0"/>
              </a:spcBef>
              <a:spcAft>
                <a:spcPts val="0"/>
              </a:spcAft>
              <a:buClr>
                <a:schemeClr val="dk1"/>
              </a:buClr>
              <a:buSzPts val="5600"/>
              <a:buFont typeface="Arial"/>
              <a:buNone/>
              <a:defRPr sz="5600"/>
            </a:lvl1pPr>
            <a:lvl2pPr lvl="1">
              <a:spcBef>
                <a:spcPts val="0"/>
              </a:spcBef>
              <a:spcAft>
                <a:spcPts val="0"/>
              </a:spcAft>
              <a:buSzPts val="1500"/>
              <a:buNone/>
              <a:defRPr/>
            </a:lvl2pPr>
            <a:lvl3pPr lvl="2">
              <a:spcBef>
                <a:spcPts val="0"/>
              </a:spcBef>
              <a:spcAft>
                <a:spcPts val="0"/>
              </a:spcAft>
              <a:buSzPts val="1500"/>
              <a:buNone/>
              <a:defRPr/>
            </a:lvl3pPr>
            <a:lvl4pPr lvl="3">
              <a:spcBef>
                <a:spcPts val="0"/>
              </a:spcBef>
              <a:spcAft>
                <a:spcPts val="0"/>
              </a:spcAft>
              <a:buSzPts val="1500"/>
              <a:buNone/>
              <a:defRPr/>
            </a:lvl4pPr>
            <a:lvl5pPr lvl="4">
              <a:spcBef>
                <a:spcPts val="0"/>
              </a:spcBef>
              <a:spcAft>
                <a:spcPts val="0"/>
              </a:spcAft>
              <a:buSzPts val="1500"/>
              <a:buNone/>
              <a:defRPr/>
            </a:lvl5pPr>
            <a:lvl6pPr lvl="5">
              <a:spcBef>
                <a:spcPts val="0"/>
              </a:spcBef>
              <a:spcAft>
                <a:spcPts val="0"/>
              </a:spcAft>
              <a:buSzPts val="1500"/>
              <a:buNone/>
              <a:defRPr/>
            </a:lvl6pPr>
            <a:lvl7pPr lvl="6">
              <a:spcBef>
                <a:spcPts val="0"/>
              </a:spcBef>
              <a:spcAft>
                <a:spcPts val="0"/>
              </a:spcAft>
              <a:buSzPts val="1500"/>
              <a:buNone/>
              <a:defRPr/>
            </a:lvl7pPr>
            <a:lvl8pPr lvl="7">
              <a:spcBef>
                <a:spcPts val="0"/>
              </a:spcBef>
              <a:spcAft>
                <a:spcPts val="0"/>
              </a:spcAft>
              <a:buSzPts val="1500"/>
              <a:buNone/>
              <a:defRPr/>
            </a:lvl8pPr>
            <a:lvl9pPr lvl="8">
              <a:spcBef>
                <a:spcPts val="0"/>
              </a:spcBef>
              <a:spcAft>
                <a:spcPts val="0"/>
              </a:spcAft>
              <a:buSzPts val="1500"/>
              <a:buNone/>
              <a:defRPr/>
            </a:lvl9pPr>
          </a:lstStyle>
          <a:p/>
        </p:txBody>
      </p:sp>
      <p:sp>
        <p:nvSpPr>
          <p:cNvPr id="59" name="Google Shape;59;p14"/>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a:lnSpc>
                <a:spcPct val="90000"/>
              </a:lnSpc>
              <a:spcBef>
                <a:spcPts val="1100"/>
              </a:spcBef>
              <a:spcAft>
                <a:spcPts val="0"/>
              </a:spcAft>
              <a:buClr>
                <a:schemeClr val="dk1"/>
              </a:buClr>
              <a:buSzPts val="3200"/>
              <a:buNone/>
              <a:defRPr sz="32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900"/>
              <a:buNone/>
              <a:defRPr sz="19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60" name="Google Shape;60;p14"/>
          <p:cNvPicPr preferRelativeResize="0"/>
          <p:nvPr/>
        </p:nvPicPr>
        <p:blipFill rotWithShape="1">
          <a:blip r:embed="rId2">
            <a:alphaModFix/>
          </a:blip>
          <a:srcRect b="0" l="0" r="0" t="0"/>
          <a:stretch/>
        </p:blipFill>
        <p:spPr>
          <a:xfrm>
            <a:off x="761808" y="609599"/>
            <a:ext cx="2558260" cy="405452"/>
          </a:xfrm>
          <a:prstGeom prst="rect">
            <a:avLst/>
          </a:prstGeom>
          <a:noFill/>
          <a:ln>
            <a:noFill/>
          </a:ln>
        </p:spPr>
      </p:pic>
      <p:cxnSp>
        <p:nvCxnSpPr>
          <p:cNvPr id="61" name="Google Shape;61;p14"/>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62" name="Google Shape;62;p14"/>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a:spcBef>
                <a:spcPts val="1100"/>
              </a:spcBef>
              <a:spcAft>
                <a:spcPts val="0"/>
              </a:spcAft>
              <a:buClr>
                <a:schemeClr val="dk2"/>
              </a:buClr>
              <a:buSzPts val="1600"/>
              <a:buNone/>
              <a:defRPr sz="1600">
                <a:solidFill>
                  <a:schemeClr val="dk2"/>
                </a:solidFill>
              </a:defRPr>
            </a:lvl1pPr>
            <a:lvl2pPr lvl="1">
              <a:spcBef>
                <a:spcPts val="500"/>
              </a:spcBef>
              <a:spcAft>
                <a:spcPts val="0"/>
              </a:spcAft>
              <a:buSzPts val="2000"/>
              <a:buNone/>
              <a:defRPr/>
            </a:lvl2pPr>
            <a:lvl3pPr lvl="2">
              <a:spcBef>
                <a:spcPts val="500"/>
              </a:spcBef>
              <a:spcAft>
                <a:spcPts val="0"/>
              </a:spcAft>
              <a:buSzPts val="1600"/>
              <a:buNone/>
              <a:defRPr/>
            </a:lvl3pPr>
            <a:lvl4pPr lvl="3">
              <a:spcBef>
                <a:spcPts val="500"/>
              </a:spcBef>
              <a:spcAft>
                <a:spcPts val="0"/>
              </a:spcAft>
              <a:buSzPts val="1600"/>
              <a:buNone/>
              <a:defRPr/>
            </a:lvl4pPr>
            <a:lvl5pPr lvl="4">
              <a:spcBef>
                <a:spcPts val="500"/>
              </a:spcBef>
              <a:spcAft>
                <a:spcPts val="0"/>
              </a:spcAft>
              <a:buSzPts val="1600"/>
              <a:buNone/>
              <a:defRPr/>
            </a:lvl5pPr>
            <a:lvl6pPr lvl="5">
              <a:spcBef>
                <a:spcPts val="500"/>
              </a:spcBef>
              <a:spcAft>
                <a:spcPts val="0"/>
              </a:spcAft>
              <a:buSzPts val="1600"/>
              <a:buNone/>
              <a:defRPr/>
            </a:lvl6pPr>
            <a:lvl7pPr lvl="6">
              <a:spcBef>
                <a:spcPts val="500"/>
              </a:spcBef>
              <a:spcAft>
                <a:spcPts val="0"/>
              </a:spcAft>
              <a:buSzPts val="1600"/>
              <a:buNone/>
              <a:defRPr/>
            </a:lvl7pPr>
            <a:lvl8pPr lvl="7">
              <a:spcBef>
                <a:spcPts val="500"/>
              </a:spcBef>
              <a:spcAft>
                <a:spcPts val="0"/>
              </a:spcAft>
              <a:buSzPts val="1600"/>
              <a:buNone/>
              <a:defRPr/>
            </a:lvl8pPr>
            <a:lvl9pPr lvl="8">
              <a:spcBef>
                <a:spcPts val="500"/>
              </a:spcBef>
              <a:spcAft>
                <a:spcPts val="0"/>
              </a:spcAft>
              <a:buSzPts val="1600"/>
              <a:buNone/>
              <a:defRPr/>
            </a:lvl9pPr>
          </a:lstStyle>
          <a:p/>
        </p:txBody>
      </p:sp>
      <p:sp>
        <p:nvSpPr>
          <p:cNvPr id="63" name="Google Shape;63;p1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4" name="Google Shape;64;p14"/>
          <p:cNvPicPr preferRelativeResize="0"/>
          <p:nvPr/>
        </p:nvPicPr>
        <p:blipFill>
          <a:blip r:embed="rId3">
            <a:alphaModFix/>
          </a:blip>
          <a:stretch>
            <a:fillRect/>
          </a:stretch>
        </p:blipFill>
        <p:spPr>
          <a:xfrm>
            <a:off x="6537958" y="608125"/>
            <a:ext cx="5650993" cy="564172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Title Slide A - Dark">
  <p:cSld name="TITLE_1">
    <p:bg>
      <p:bgPr>
        <a:solidFill>
          <a:schemeClr val="dk1"/>
        </a:solidFill>
      </p:bgPr>
    </p:bg>
    <p:spTree>
      <p:nvGrpSpPr>
        <p:cNvPr id="65" name="Shape 65"/>
        <p:cNvGrpSpPr/>
        <p:nvPr/>
      </p:nvGrpSpPr>
      <p:grpSpPr>
        <a:xfrm>
          <a:off x="0" y="0"/>
          <a:ext cx="0" cy="0"/>
          <a:chOff x="0" y="0"/>
          <a:chExt cx="0" cy="0"/>
        </a:xfrm>
      </p:grpSpPr>
      <p:sp>
        <p:nvSpPr>
          <p:cNvPr id="66" name="Google Shape;66;p15"/>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lt1"/>
              </a:buClr>
              <a:buSzPts val="5600"/>
              <a:buFont typeface="Arial"/>
              <a:buNone/>
              <a:defRPr sz="5600">
                <a:solidFill>
                  <a:schemeClr val="lt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67" name="Google Shape;67;p15"/>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lt1"/>
              </a:buClr>
              <a:buSzPts val="3200"/>
              <a:buNone/>
              <a:defRPr sz="3200">
                <a:solidFill>
                  <a:schemeClr val="lt1"/>
                </a:solidFill>
              </a:defRPr>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68" name="Google Shape;68;p15"/>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69" name="Google Shape;69;p15"/>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70" name="Google Shape;70;p15"/>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lt2"/>
              </a:buClr>
              <a:buSzPts val="1600"/>
              <a:buNone/>
              <a:defRPr sz="1600">
                <a:solidFill>
                  <a:schemeClr val="lt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71" name="Google Shape;71;p1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2" name="Google Shape;72;p15"/>
          <p:cNvPicPr preferRelativeResize="0"/>
          <p:nvPr/>
        </p:nvPicPr>
        <p:blipFill>
          <a:blip r:embed="rId3">
            <a:alphaModFix/>
          </a:blip>
          <a:stretch>
            <a:fillRect/>
          </a:stretch>
        </p:blipFill>
        <p:spPr>
          <a:xfrm>
            <a:off x="6537959" y="608138"/>
            <a:ext cx="5650993" cy="564172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p:cSld name="TITLE_2">
    <p:spTree>
      <p:nvGrpSpPr>
        <p:cNvPr id="73" name="Shape 73"/>
        <p:cNvGrpSpPr/>
        <p:nvPr/>
      </p:nvGrpSpPr>
      <p:grpSpPr>
        <a:xfrm>
          <a:off x="0" y="0"/>
          <a:ext cx="0" cy="0"/>
          <a:chOff x="0" y="0"/>
          <a:chExt cx="0" cy="0"/>
        </a:xfrm>
      </p:grpSpPr>
      <p:sp>
        <p:nvSpPr>
          <p:cNvPr id="74" name="Google Shape;74;p16"/>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dk1"/>
              </a:buClr>
              <a:buSzPts val="5600"/>
              <a:buFont typeface="Arial"/>
              <a:buNone/>
              <a:defRPr sz="5600"/>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75" name="Google Shape;75;p16"/>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dk1"/>
              </a:buClr>
              <a:buSzPts val="3200"/>
              <a:buNone/>
              <a:defRPr sz="3200"/>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76" name="Google Shape;76;p16"/>
          <p:cNvPicPr preferRelativeResize="0"/>
          <p:nvPr/>
        </p:nvPicPr>
        <p:blipFill rotWithShape="1">
          <a:blip r:embed="rId2">
            <a:alphaModFix/>
          </a:blip>
          <a:srcRect b="0" l="0" r="0" t="0"/>
          <a:stretch/>
        </p:blipFill>
        <p:spPr>
          <a:xfrm>
            <a:off x="761808" y="609599"/>
            <a:ext cx="2558260" cy="405452"/>
          </a:xfrm>
          <a:prstGeom prst="rect">
            <a:avLst/>
          </a:prstGeom>
          <a:noFill/>
          <a:ln>
            <a:noFill/>
          </a:ln>
        </p:spPr>
      </p:pic>
      <p:cxnSp>
        <p:nvCxnSpPr>
          <p:cNvPr id="77" name="Google Shape;77;p16"/>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78" name="Google Shape;78;p16"/>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dk2"/>
              </a:buClr>
              <a:buSzPts val="1600"/>
              <a:buNone/>
              <a:defRPr sz="1600">
                <a:solidFill>
                  <a:schemeClr val="dk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79" name="Google Shape;79;p1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Title Slide B - Dark">
  <p:cSld name="TITLE_1_1">
    <p:bg>
      <p:bgPr>
        <a:solidFill>
          <a:schemeClr val="dk1"/>
        </a:solidFill>
      </p:bgPr>
    </p:bg>
    <p:spTree>
      <p:nvGrpSpPr>
        <p:cNvPr id="80" name="Shape 80"/>
        <p:cNvGrpSpPr/>
        <p:nvPr/>
      </p:nvGrpSpPr>
      <p:grpSpPr>
        <a:xfrm>
          <a:off x="0" y="0"/>
          <a:ext cx="0" cy="0"/>
          <a:chOff x="0" y="0"/>
          <a:chExt cx="0" cy="0"/>
        </a:xfrm>
      </p:grpSpPr>
      <p:sp>
        <p:nvSpPr>
          <p:cNvPr id="81" name="Google Shape;81;p17"/>
          <p:cNvSpPr txBox="1"/>
          <p:nvPr>
            <p:ph type="ctrTitle"/>
          </p:nvPr>
        </p:nvSpPr>
        <p:spPr>
          <a:xfrm>
            <a:off x="761800" y="1186975"/>
            <a:ext cx="5332800" cy="23877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lt1"/>
              </a:buClr>
              <a:buSzPts val="5600"/>
              <a:buFont typeface="Arial"/>
              <a:buNone/>
              <a:defRPr sz="5600">
                <a:solidFill>
                  <a:schemeClr val="lt1"/>
                </a:solidFill>
              </a:defRPr>
            </a:lvl1pPr>
            <a:lvl2pPr lvl="1" rtl="0">
              <a:spcBef>
                <a:spcPts val="0"/>
              </a:spcBef>
              <a:spcAft>
                <a:spcPts val="0"/>
              </a:spcAft>
              <a:buSzPts val="1500"/>
              <a:buNone/>
              <a:defRPr/>
            </a:lvl2pPr>
            <a:lvl3pPr lvl="2" rtl="0">
              <a:spcBef>
                <a:spcPts val="0"/>
              </a:spcBef>
              <a:spcAft>
                <a:spcPts val="0"/>
              </a:spcAft>
              <a:buSzPts val="1500"/>
              <a:buNone/>
              <a:defRPr/>
            </a:lvl3pPr>
            <a:lvl4pPr lvl="3" rtl="0">
              <a:spcBef>
                <a:spcPts val="0"/>
              </a:spcBef>
              <a:spcAft>
                <a:spcPts val="0"/>
              </a:spcAft>
              <a:buSzPts val="1500"/>
              <a:buNone/>
              <a:defRPr/>
            </a:lvl4pPr>
            <a:lvl5pPr lvl="4" rtl="0">
              <a:spcBef>
                <a:spcPts val="0"/>
              </a:spcBef>
              <a:spcAft>
                <a:spcPts val="0"/>
              </a:spcAft>
              <a:buSzPts val="1500"/>
              <a:buNone/>
              <a:defRPr/>
            </a:lvl5pPr>
            <a:lvl6pPr lvl="5" rtl="0">
              <a:spcBef>
                <a:spcPts val="0"/>
              </a:spcBef>
              <a:spcAft>
                <a:spcPts val="0"/>
              </a:spcAft>
              <a:buSzPts val="1500"/>
              <a:buNone/>
              <a:defRPr/>
            </a:lvl6pPr>
            <a:lvl7pPr lvl="6" rtl="0">
              <a:spcBef>
                <a:spcPts val="0"/>
              </a:spcBef>
              <a:spcAft>
                <a:spcPts val="0"/>
              </a:spcAft>
              <a:buSzPts val="1500"/>
              <a:buNone/>
              <a:defRPr/>
            </a:lvl7pPr>
            <a:lvl8pPr lvl="7" rtl="0">
              <a:spcBef>
                <a:spcPts val="0"/>
              </a:spcBef>
              <a:spcAft>
                <a:spcPts val="0"/>
              </a:spcAft>
              <a:buSzPts val="1500"/>
              <a:buNone/>
              <a:defRPr/>
            </a:lvl8pPr>
            <a:lvl9pPr lvl="8" rtl="0">
              <a:spcBef>
                <a:spcPts val="0"/>
              </a:spcBef>
              <a:spcAft>
                <a:spcPts val="0"/>
              </a:spcAft>
              <a:buSzPts val="1500"/>
              <a:buNone/>
              <a:defRPr/>
            </a:lvl9pPr>
          </a:lstStyle>
          <a:p/>
        </p:txBody>
      </p:sp>
      <p:sp>
        <p:nvSpPr>
          <p:cNvPr id="82" name="Google Shape;82;p17"/>
          <p:cNvSpPr txBox="1"/>
          <p:nvPr>
            <p:ph idx="1" type="subTitle"/>
          </p:nvPr>
        </p:nvSpPr>
        <p:spPr>
          <a:xfrm>
            <a:off x="761809" y="3835400"/>
            <a:ext cx="6170100" cy="1224300"/>
          </a:xfrm>
          <a:prstGeom prst="rect">
            <a:avLst/>
          </a:prstGeom>
          <a:noFill/>
          <a:ln>
            <a:noFill/>
          </a:ln>
        </p:spPr>
        <p:txBody>
          <a:bodyPr anchorCtr="0" anchor="t" bIns="0" lIns="0" spcFirstLastPara="1" rIns="0" wrap="square" tIns="0">
            <a:noAutofit/>
          </a:bodyPr>
          <a:lstStyle>
            <a:lvl1pPr lvl="0" rtl="0">
              <a:lnSpc>
                <a:spcPct val="90000"/>
              </a:lnSpc>
              <a:spcBef>
                <a:spcPts val="1100"/>
              </a:spcBef>
              <a:spcAft>
                <a:spcPts val="0"/>
              </a:spcAft>
              <a:buClr>
                <a:schemeClr val="lt1"/>
              </a:buClr>
              <a:buSzPts val="3200"/>
              <a:buNone/>
              <a:defRPr sz="3200">
                <a:solidFill>
                  <a:schemeClr val="lt1"/>
                </a:solidFill>
              </a:defRPr>
            </a:lvl1pPr>
            <a:lvl2pPr lvl="1" rtl="0" algn="ctr">
              <a:lnSpc>
                <a:spcPct val="90000"/>
              </a:lnSpc>
              <a:spcBef>
                <a:spcPts val="500"/>
              </a:spcBef>
              <a:spcAft>
                <a:spcPts val="0"/>
              </a:spcAft>
              <a:buClr>
                <a:schemeClr val="dk1"/>
              </a:buClr>
              <a:buSzPts val="2000"/>
              <a:buNone/>
              <a:defRPr sz="2000"/>
            </a:lvl2pPr>
            <a:lvl3pPr lvl="2" rtl="0" algn="ctr">
              <a:lnSpc>
                <a:spcPct val="90000"/>
              </a:lnSpc>
              <a:spcBef>
                <a:spcPts val="500"/>
              </a:spcBef>
              <a:spcAft>
                <a:spcPts val="0"/>
              </a:spcAft>
              <a:buClr>
                <a:schemeClr val="dk1"/>
              </a:buClr>
              <a:buSzPts val="1900"/>
              <a:buNone/>
              <a:defRPr sz="1900"/>
            </a:lvl3pPr>
            <a:lvl4pPr lvl="3" rtl="0" algn="ctr">
              <a:lnSpc>
                <a:spcPct val="90000"/>
              </a:lnSpc>
              <a:spcBef>
                <a:spcPts val="500"/>
              </a:spcBef>
              <a:spcAft>
                <a:spcPts val="0"/>
              </a:spcAft>
              <a:buClr>
                <a:schemeClr val="dk1"/>
              </a:buClr>
              <a:buSzPts val="1600"/>
              <a:buNone/>
              <a:defRPr sz="1600"/>
            </a:lvl4pPr>
            <a:lvl5pPr lvl="4" rtl="0" algn="ctr">
              <a:lnSpc>
                <a:spcPct val="90000"/>
              </a:lnSpc>
              <a:spcBef>
                <a:spcPts val="500"/>
              </a:spcBef>
              <a:spcAft>
                <a:spcPts val="0"/>
              </a:spcAft>
              <a:buClr>
                <a:schemeClr val="dk1"/>
              </a:buClr>
              <a:buSzPts val="1600"/>
              <a:buNone/>
              <a:defRPr sz="1600"/>
            </a:lvl5pPr>
            <a:lvl6pPr lvl="5" rtl="0" algn="ctr">
              <a:lnSpc>
                <a:spcPct val="90000"/>
              </a:lnSpc>
              <a:spcBef>
                <a:spcPts val="500"/>
              </a:spcBef>
              <a:spcAft>
                <a:spcPts val="0"/>
              </a:spcAft>
              <a:buClr>
                <a:schemeClr val="dk1"/>
              </a:buClr>
              <a:buSzPts val="1600"/>
              <a:buNone/>
              <a:defRPr sz="1600"/>
            </a:lvl6pPr>
            <a:lvl7pPr lvl="6" rtl="0" algn="ctr">
              <a:lnSpc>
                <a:spcPct val="90000"/>
              </a:lnSpc>
              <a:spcBef>
                <a:spcPts val="500"/>
              </a:spcBef>
              <a:spcAft>
                <a:spcPts val="0"/>
              </a:spcAft>
              <a:buClr>
                <a:schemeClr val="dk1"/>
              </a:buClr>
              <a:buSzPts val="1600"/>
              <a:buNone/>
              <a:defRPr sz="1600"/>
            </a:lvl7pPr>
            <a:lvl8pPr lvl="7" rtl="0" algn="ctr">
              <a:lnSpc>
                <a:spcPct val="90000"/>
              </a:lnSpc>
              <a:spcBef>
                <a:spcPts val="500"/>
              </a:spcBef>
              <a:spcAft>
                <a:spcPts val="0"/>
              </a:spcAft>
              <a:buClr>
                <a:schemeClr val="dk1"/>
              </a:buClr>
              <a:buSzPts val="1600"/>
              <a:buNone/>
              <a:defRPr sz="1600"/>
            </a:lvl8pPr>
            <a:lvl9pPr lvl="8" rtl="0" algn="ctr">
              <a:lnSpc>
                <a:spcPct val="90000"/>
              </a:lnSpc>
              <a:spcBef>
                <a:spcPts val="500"/>
              </a:spcBef>
              <a:spcAft>
                <a:spcPts val="0"/>
              </a:spcAft>
              <a:buClr>
                <a:schemeClr val="dk1"/>
              </a:buClr>
              <a:buSzPts val="1600"/>
              <a:buNone/>
              <a:defRPr sz="1600"/>
            </a:lvl9pPr>
          </a:lstStyle>
          <a:p/>
        </p:txBody>
      </p:sp>
      <p:pic>
        <p:nvPicPr>
          <p:cNvPr id="83" name="Google Shape;83;p17"/>
          <p:cNvPicPr preferRelativeResize="0"/>
          <p:nvPr/>
        </p:nvPicPr>
        <p:blipFill>
          <a:blip r:embed="rId2">
            <a:alphaModFix/>
          </a:blip>
          <a:stretch>
            <a:fillRect/>
          </a:stretch>
        </p:blipFill>
        <p:spPr>
          <a:xfrm>
            <a:off x="761810" y="609606"/>
            <a:ext cx="2558261" cy="406974"/>
          </a:xfrm>
          <a:prstGeom prst="rect">
            <a:avLst/>
          </a:prstGeom>
          <a:noFill/>
          <a:ln>
            <a:noFill/>
          </a:ln>
        </p:spPr>
      </p:pic>
      <p:cxnSp>
        <p:nvCxnSpPr>
          <p:cNvPr id="84" name="Google Shape;84;p17"/>
          <p:cNvCxnSpPr/>
          <p:nvPr/>
        </p:nvCxnSpPr>
        <p:spPr>
          <a:xfrm>
            <a:off x="761809" y="5617267"/>
            <a:ext cx="560400" cy="0"/>
          </a:xfrm>
          <a:prstGeom prst="straightConnector1">
            <a:avLst/>
          </a:prstGeom>
          <a:noFill/>
          <a:ln cap="flat" cmpd="sng" w="38100">
            <a:solidFill>
              <a:srgbClr val="FF6952"/>
            </a:solidFill>
            <a:prstDash val="solid"/>
            <a:round/>
            <a:headEnd len="med" w="med" type="none"/>
            <a:tailEnd len="med" w="med" type="none"/>
          </a:ln>
        </p:spPr>
      </p:cxnSp>
      <p:sp>
        <p:nvSpPr>
          <p:cNvPr id="85" name="Google Shape;85;p17"/>
          <p:cNvSpPr txBox="1"/>
          <p:nvPr>
            <p:ph idx="2" type="subTitle"/>
          </p:nvPr>
        </p:nvSpPr>
        <p:spPr>
          <a:xfrm>
            <a:off x="761809" y="5756000"/>
            <a:ext cx="5262300" cy="492300"/>
          </a:xfrm>
          <a:prstGeom prst="rect">
            <a:avLst/>
          </a:prstGeom>
        </p:spPr>
        <p:txBody>
          <a:bodyPr anchorCtr="0" anchor="t" bIns="0" lIns="0" spcFirstLastPara="1" rIns="0" wrap="square" tIns="0">
            <a:noAutofit/>
          </a:bodyPr>
          <a:lstStyle>
            <a:lvl1pPr lvl="0" rtl="0">
              <a:spcBef>
                <a:spcPts val="1100"/>
              </a:spcBef>
              <a:spcAft>
                <a:spcPts val="0"/>
              </a:spcAft>
              <a:buClr>
                <a:schemeClr val="lt2"/>
              </a:buClr>
              <a:buSzPts val="1600"/>
              <a:buNone/>
              <a:defRPr sz="1600">
                <a:solidFill>
                  <a:schemeClr val="lt2"/>
                </a:solidFill>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86" name="Google Shape;86;p1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p:cSld name="OBJECT_1">
    <p:bg>
      <p:bgPr>
        <a:solidFill>
          <a:schemeClr val="lt1"/>
        </a:solidFill>
      </p:bgPr>
    </p:bg>
    <p:spTree>
      <p:nvGrpSpPr>
        <p:cNvPr id="87" name="Shape 87"/>
        <p:cNvGrpSpPr/>
        <p:nvPr/>
      </p:nvGrpSpPr>
      <p:grpSpPr>
        <a:xfrm>
          <a:off x="0" y="0"/>
          <a:ext cx="0" cy="0"/>
          <a:chOff x="0" y="0"/>
          <a:chExt cx="0" cy="0"/>
        </a:xfrm>
      </p:grpSpPr>
      <p:sp>
        <p:nvSpPr>
          <p:cNvPr id="88" name="Google Shape;88;p1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89" name="Google Shape;89;p1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sz="2400">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90" name="Google Shape;90;p18"/>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91" name="Google Shape;91;p1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 Content A - Basic White 1">
  <p:cSld name="OBJECT_1_1">
    <p:bg>
      <p:bgPr>
        <a:solidFill>
          <a:srgbClr val="FFFFFF"/>
        </a:solidFill>
      </p:bgPr>
    </p:bg>
    <p:spTree>
      <p:nvGrpSpPr>
        <p:cNvPr id="92" name="Shape 92"/>
        <p:cNvGrpSpPr/>
        <p:nvPr/>
      </p:nvGrpSpPr>
      <p:grpSpPr>
        <a:xfrm>
          <a:off x="0" y="0"/>
          <a:ext cx="0" cy="0"/>
          <a:chOff x="0" y="0"/>
          <a:chExt cx="0" cy="0"/>
        </a:xfrm>
      </p:grpSpPr>
      <p:sp>
        <p:nvSpPr>
          <p:cNvPr id="93" name="Google Shape;93;p19"/>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94" name="Google Shape;94;p19"/>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95" name="Google Shape;95;p19"/>
          <p:cNvSpPr txBox="1"/>
          <p:nvPr>
            <p:ph idx="2"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96" name="Google Shape;96;p1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ontent B - 2 Column">
  <p:cSld name="OBJECT_2_1_1_1_2_1">
    <p:spTree>
      <p:nvGrpSpPr>
        <p:cNvPr id="97" name="Shape 97"/>
        <p:cNvGrpSpPr/>
        <p:nvPr/>
      </p:nvGrpSpPr>
      <p:grpSpPr>
        <a:xfrm>
          <a:off x="0" y="0"/>
          <a:ext cx="0" cy="0"/>
          <a:chOff x="0" y="0"/>
          <a:chExt cx="0" cy="0"/>
        </a:xfrm>
      </p:grpSpPr>
      <p:sp>
        <p:nvSpPr>
          <p:cNvPr id="98" name="Google Shape;98;p20"/>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99" name="Google Shape;99;p20"/>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cxnSp>
        <p:nvCxnSpPr>
          <p:cNvPr id="100" name="Google Shape;100;p20"/>
          <p:cNvCxnSpPr/>
          <p:nvPr/>
        </p:nvCxnSpPr>
        <p:spPr>
          <a:xfrm>
            <a:off x="6098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01" name="Google Shape;101;p20"/>
          <p:cNvSpPr txBox="1"/>
          <p:nvPr>
            <p:ph idx="2" type="body"/>
          </p:nvPr>
        </p:nvSpPr>
        <p:spPr>
          <a:xfrm>
            <a:off x="761809" y="2691865"/>
            <a:ext cx="45189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2" name="Google Shape;102;p20"/>
          <p:cNvSpPr txBox="1"/>
          <p:nvPr>
            <p:ph idx="3" type="body"/>
          </p:nvPr>
        </p:nvSpPr>
        <p:spPr>
          <a:xfrm>
            <a:off x="6916469" y="2691865"/>
            <a:ext cx="45189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3" name="Google Shape;103;p20"/>
          <p:cNvSpPr txBox="1"/>
          <p:nvPr>
            <p:ph idx="4" type="subTitle"/>
          </p:nvPr>
        </p:nvSpPr>
        <p:spPr>
          <a:xfrm>
            <a:off x="795814" y="1970333"/>
            <a:ext cx="4484400" cy="643200"/>
          </a:xfrm>
          <a:prstGeom prst="rect">
            <a:avLst/>
          </a:prstGeom>
        </p:spPr>
        <p:txBody>
          <a:bodyPr anchorCtr="0" anchor="t" bIns="0" lIns="0" spcFirstLastPara="1" rIns="0" wrap="square" tIns="0">
            <a:noAutofit/>
          </a:bodyPr>
          <a:lstStyle>
            <a:lvl1pPr lvl="0" rtl="0">
              <a:spcBef>
                <a:spcPts val="1100"/>
              </a:spcBef>
              <a:spcAft>
                <a:spcPts val="0"/>
              </a:spcAft>
              <a:buClr>
                <a:schemeClr val="dk1"/>
              </a:buClr>
              <a:buSzPts val="2000"/>
              <a:buNone/>
              <a:defRPr b="1" sz="2000"/>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04" name="Google Shape;104;p20"/>
          <p:cNvSpPr txBox="1"/>
          <p:nvPr>
            <p:ph idx="5" type="subTitle"/>
          </p:nvPr>
        </p:nvSpPr>
        <p:spPr>
          <a:xfrm>
            <a:off x="6933565" y="1970333"/>
            <a:ext cx="4485000" cy="643200"/>
          </a:xfrm>
          <a:prstGeom prst="rect">
            <a:avLst/>
          </a:prstGeom>
        </p:spPr>
        <p:txBody>
          <a:bodyPr anchorCtr="0" anchor="t" bIns="0" lIns="0" spcFirstLastPara="1" rIns="0" wrap="square" tIns="0">
            <a:noAutofit/>
          </a:bodyPr>
          <a:lstStyle>
            <a:lvl1pPr lvl="0" rtl="0">
              <a:spcBef>
                <a:spcPts val="1100"/>
              </a:spcBef>
              <a:spcAft>
                <a:spcPts val="0"/>
              </a:spcAft>
              <a:buClr>
                <a:schemeClr val="dk1"/>
              </a:buClr>
              <a:buSzPts val="2000"/>
              <a:buNone/>
              <a:defRPr b="1" sz="2000"/>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05" name="Google Shape;105;p2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ontent B - 2 Column w/ Icon Spot">
  <p:cSld name="OBJECT_2_1_1_2_1_1">
    <p:spTree>
      <p:nvGrpSpPr>
        <p:cNvPr id="106" name="Shape 106"/>
        <p:cNvGrpSpPr/>
        <p:nvPr/>
      </p:nvGrpSpPr>
      <p:grpSpPr>
        <a:xfrm>
          <a:off x="0" y="0"/>
          <a:ext cx="0" cy="0"/>
          <a:chOff x="0" y="0"/>
          <a:chExt cx="0" cy="0"/>
        </a:xfrm>
      </p:grpSpPr>
      <p:sp>
        <p:nvSpPr>
          <p:cNvPr id="107" name="Google Shape;107;p21"/>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08" name="Google Shape;108;p21"/>
          <p:cNvSpPr txBox="1"/>
          <p:nvPr>
            <p:ph idx="1" type="body"/>
          </p:nvPr>
        </p:nvSpPr>
        <p:spPr>
          <a:xfrm>
            <a:off x="761809" y="3986900"/>
            <a:ext cx="45189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09" name="Google Shape;109;p21"/>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10" name="Google Shape;110;p21"/>
          <p:cNvSpPr txBox="1"/>
          <p:nvPr>
            <p:ph idx="3" type="body"/>
          </p:nvPr>
        </p:nvSpPr>
        <p:spPr>
          <a:xfrm>
            <a:off x="6931932" y="3986900"/>
            <a:ext cx="44952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11" name="Google Shape;111;p21"/>
          <p:cNvSpPr txBox="1"/>
          <p:nvPr>
            <p:ph idx="4" type="subTitle"/>
          </p:nvPr>
        </p:nvSpPr>
        <p:spPr>
          <a:xfrm>
            <a:off x="795814" y="3126633"/>
            <a:ext cx="44844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100"/>
              <a:buNone/>
              <a:defRPr b="1" sz="21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12" name="Google Shape;112;p21"/>
          <p:cNvSpPr txBox="1"/>
          <p:nvPr>
            <p:ph idx="5" type="subTitle"/>
          </p:nvPr>
        </p:nvSpPr>
        <p:spPr>
          <a:xfrm>
            <a:off x="6948938" y="3126633"/>
            <a:ext cx="44613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cxnSp>
        <p:nvCxnSpPr>
          <p:cNvPr id="113" name="Google Shape;113;p21"/>
          <p:cNvCxnSpPr/>
          <p:nvPr/>
        </p:nvCxnSpPr>
        <p:spPr>
          <a:xfrm>
            <a:off x="6098592"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14" name="Google Shape;114;p2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ontent C - 3 Column">
  <p:cSld name="OBJECT_2_1_1_1_2">
    <p:spTree>
      <p:nvGrpSpPr>
        <p:cNvPr id="115" name="Shape 115"/>
        <p:cNvGrpSpPr/>
        <p:nvPr/>
      </p:nvGrpSpPr>
      <p:grpSpPr>
        <a:xfrm>
          <a:off x="0" y="0"/>
          <a:ext cx="0" cy="0"/>
          <a:chOff x="0" y="0"/>
          <a:chExt cx="0" cy="0"/>
        </a:xfrm>
      </p:grpSpPr>
      <p:sp>
        <p:nvSpPr>
          <p:cNvPr id="116" name="Google Shape;116;p22"/>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17" name="Google Shape;117;p22"/>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cxnSp>
        <p:nvCxnSpPr>
          <p:cNvPr id="118" name="Google Shape;118;p22"/>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119" name="Google Shape;119;p22"/>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20" name="Google Shape;120;p22"/>
          <p:cNvSpPr txBox="1"/>
          <p:nvPr>
            <p:ph idx="2"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1" name="Google Shape;121;p22"/>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2" name="Google Shape;122;p22"/>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23" name="Google Shape;123;p22"/>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24" name="Google Shape;124;p22"/>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25" name="Google Shape;125;p22"/>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26" name="Google Shape;126;p2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ontent C - 3 Column w/ Icon Spot">
  <p:cSld name="OBJECT_2_1_1_2_1">
    <p:spTree>
      <p:nvGrpSpPr>
        <p:cNvPr id="127" name="Shape 127"/>
        <p:cNvGrpSpPr/>
        <p:nvPr/>
      </p:nvGrpSpPr>
      <p:grpSpPr>
        <a:xfrm>
          <a:off x="0" y="0"/>
          <a:ext cx="0" cy="0"/>
          <a:chOff x="0" y="0"/>
          <a:chExt cx="0" cy="0"/>
        </a:xfrm>
      </p:grpSpPr>
      <p:sp>
        <p:nvSpPr>
          <p:cNvPr id="128" name="Google Shape;128;p2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29" name="Google Shape;129;p23"/>
          <p:cNvSpPr txBox="1"/>
          <p:nvPr>
            <p:ph idx="1" type="body"/>
          </p:nvPr>
        </p:nvSpPr>
        <p:spPr>
          <a:xfrm>
            <a:off x="761809"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0" name="Google Shape;130;p23"/>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31" name="Google Shape;131;p23"/>
          <p:cNvSpPr txBox="1"/>
          <p:nvPr>
            <p:ph idx="3" type="body"/>
          </p:nvPr>
        </p:nvSpPr>
        <p:spPr>
          <a:xfrm>
            <a:off x="4482478"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2" name="Google Shape;132;p23"/>
          <p:cNvSpPr txBox="1"/>
          <p:nvPr>
            <p:ph idx="4" type="subTitle"/>
          </p:nvPr>
        </p:nvSpPr>
        <p:spPr>
          <a:xfrm>
            <a:off x="786070" y="3126633"/>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33" name="Google Shape;133;p23"/>
          <p:cNvSpPr txBox="1"/>
          <p:nvPr>
            <p:ph idx="5" type="subTitle"/>
          </p:nvPr>
        </p:nvSpPr>
        <p:spPr>
          <a:xfrm>
            <a:off x="4494675" y="3126633"/>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34" name="Google Shape;134;p23"/>
          <p:cNvSpPr txBox="1"/>
          <p:nvPr>
            <p:ph idx="6" type="body"/>
          </p:nvPr>
        </p:nvSpPr>
        <p:spPr>
          <a:xfrm>
            <a:off x="8167756" y="3986900"/>
            <a:ext cx="32241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35" name="Google Shape;135;p23"/>
          <p:cNvSpPr txBox="1"/>
          <p:nvPr>
            <p:ph idx="7" type="subTitle"/>
          </p:nvPr>
        </p:nvSpPr>
        <p:spPr>
          <a:xfrm>
            <a:off x="8179953" y="31266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cxnSp>
        <p:nvCxnSpPr>
          <p:cNvPr id="136" name="Google Shape;136;p23"/>
          <p:cNvCxnSpPr/>
          <p:nvPr/>
        </p:nvCxnSpPr>
        <p:spPr>
          <a:xfrm>
            <a:off x="7933896" y="1892033"/>
            <a:ext cx="0" cy="4425900"/>
          </a:xfrm>
          <a:prstGeom prst="straightConnector1">
            <a:avLst/>
          </a:prstGeom>
          <a:noFill/>
          <a:ln cap="flat" cmpd="sng" w="9525">
            <a:solidFill>
              <a:srgbClr val="EF6450"/>
            </a:solidFill>
            <a:prstDash val="solid"/>
            <a:miter lim="800000"/>
            <a:headEnd len="med" w="med" type="oval"/>
            <a:tailEnd len="med" w="med" type="oval"/>
          </a:ln>
        </p:spPr>
      </p:cxnSp>
      <p:cxnSp>
        <p:nvCxnSpPr>
          <p:cNvPr id="137" name="Google Shape;137;p23"/>
          <p:cNvCxnSpPr/>
          <p:nvPr/>
        </p:nvCxnSpPr>
        <p:spPr>
          <a:xfrm>
            <a:off x="4236558" y="1892033"/>
            <a:ext cx="0" cy="4425900"/>
          </a:xfrm>
          <a:prstGeom prst="straightConnector1">
            <a:avLst/>
          </a:prstGeom>
          <a:noFill/>
          <a:ln cap="flat" cmpd="sng" w="9525">
            <a:solidFill>
              <a:srgbClr val="EF6450"/>
            </a:solidFill>
            <a:prstDash val="solid"/>
            <a:miter lim="800000"/>
            <a:headEnd len="med" w="med" type="oval"/>
            <a:tailEnd len="med" w="med" type="oval"/>
          </a:ln>
        </p:spPr>
      </p:cxnSp>
      <p:sp>
        <p:nvSpPr>
          <p:cNvPr id="138" name="Google Shape;138;p2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ontent C - 3 Column Cards">
  <p:cSld name="OBJECT_2_1_1_1_1_1">
    <p:spTree>
      <p:nvGrpSpPr>
        <p:cNvPr id="139" name="Shape 139"/>
        <p:cNvGrpSpPr/>
        <p:nvPr/>
      </p:nvGrpSpPr>
      <p:grpSpPr>
        <a:xfrm>
          <a:off x="0" y="0"/>
          <a:ext cx="0" cy="0"/>
          <a:chOff x="0" y="0"/>
          <a:chExt cx="0" cy="0"/>
        </a:xfrm>
      </p:grpSpPr>
      <p:sp>
        <p:nvSpPr>
          <p:cNvPr id="140" name="Google Shape;140;p24"/>
          <p:cNvSpPr/>
          <p:nvPr/>
        </p:nvSpPr>
        <p:spPr>
          <a:xfrm>
            <a:off x="7980003"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1" name="Google Shape;141;p24"/>
          <p:cNvSpPr/>
          <p:nvPr/>
        </p:nvSpPr>
        <p:spPr>
          <a:xfrm>
            <a:off x="4294659"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2" name="Google Shape;142;p24"/>
          <p:cNvSpPr/>
          <p:nvPr/>
        </p:nvSpPr>
        <p:spPr>
          <a:xfrm>
            <a:off x="609447" y="1825633"/>
            <a:ext cx="35994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43" name="Google Shape;143;p24"/>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44" name="Google Shape;144;p24"/>
          <p:cNvSpPr txBox="1"/>
          <p:nvPr>
            <p:ph idx="1" type="body"/>
          </p:nvPr>
        </p:nvSpPr>
        <p:spPr>
          <a:xfrm>
            <a:off x="761809"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5" name="Google Shape;145;p24"/>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46" name="Google Shape;146;p24"/>
          <p:cNvSpPr txBox="1"/>
          <p:nvPr>
            <p:ph idx="3" type="body"/>
          </p:nvPr>
        </p:nvSpPr>
        <p:spPr>
          <a:xfrm>
            <a:off x="4482478"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7" name="Google Shape;147;p24"/>
          <p:cNvSpPr txBox="1"/>
          <p:nvPr>
            <p:ph idx="4" type="body"/>
          </p:nvPr>
        </p:nvSpPr>
        <p:spPr>
          <a:xfrm>
            <a:off x="8167756"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accent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accent4"/>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148" name="Google Shape;148;p24"/>
          <p:cNvSpPr txBox="1"/>
          <p:nvPr>
            <p:ph idx="5" type="subTitle"/>
          </p:nvPr>
        </p:nvSpPr>
        <p:spPr>
          <a:xfrm>
            <a:off x="786070"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49" name="Google Shape;149;p24"/>
          <p:cNvSpPr txBox="1"/>
          <p:nvPr>
            <p:ph idx="6" type="subTitle"/>
          </p:nvPr>
        </p:nvSpPr>
        <p:spPr>
          <a:xfrm>
            <a:off x="4494675"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50" name="Google Shape;150;p24"/>
          <p:cNvSpPr txBox="1"/>
          <p:nvPr>
            <p:ph idx="7" type="subTitle"/>
          </p:nvPr>
        </p:nvSpPr>
        <p:spPr>
          <a:xfrm>
            <a:off x="8179953" y="1970336"/>
            <a:ext cx="3199500" cy="6432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2000"/>
              <a:buNone/>
              <a:defRPr b="1" sz="2000"/>
            </a:lvl1pPr>
            <a:lvl2pPr lvl="1" rtl="0">
              <a:lnSpc>
                <a:spcPct val="115000"/>
              </a:lnSpc>
              <a:spcBef>
                <a:spcPts val="500"/>
              </a:spcBef>
              <a:spcAft>
                <a:spcPts val="0"/>
              </a:spcAft>
              <a:buSzPts val="2000"/>
              <a:buNone/>
              <a:defRPr/>
            </a:lvl2pPr>
            <a:lvl3pPr lvl="2" rtl="0">
              <a:lnSpc>
                <a:spcPct val="115000"/>
              </a:lnSpc>
              <a:spcBef>
                <a:spcPts val="500"/>
              </a:spcBef>
              <a:spcAft>
                <a:spcPts val="0"/>
              </a:spcAft>
              <a:buSzPts val="2000"/>
              <a:buNone/>
              <a:defRPr sz="2000"/>
            </a:lvl3pPr>
            <a:lvl4pPr lvl="3" rtl="0">
              <a:lnSpc>
                <a:spcPct val="115000"/>
              </a:lnSpc>
              <a:spcBef>
                <a:spcPts val="500"/>
              </a:spcBef>
              <a:spcAft>
                <a:spcPts val="0"/>
              </a:spcAft>
              <a:buSzPts val="2000"/>
              <a:buNone/>
              <a:defRPr sz="2000"/>
            </a:lvl4pPr>
            <a:lvl5pPr lvl="4" rtl="0">
              <a:lnSpc>
                <a:spcPct val="115000"/>
              </a:lnSpc>
              <a:spcBef>
                <a:spcPts val="500"/>
              </a:spcBef>
              <a:spcAft>
                <a:spcPts val="0"/>
              </a:spcAft>
              <a:buSzPts val="2000"/>
              <a:buNone/>
              <a:defRPr sz="2000"/>
            </a:lvl5pPr>
            <a:lvl6pPr lvl="5" rtl="0">
              <a:lnSpc>
                <a:spcPct val="115000"/>
              </a:lnSpc>
              <a:spcBef>
                <a:spcPts val="500"/>
              </a:spcBef>
              <a:spcAft>
                <a:spcPts val="0"/>
              </a:spcAft>
              <a:buSzPts val="2000"/>
              <a:buNone/>
              <a:defRPr sz="2000"/>
            </a:lvl6pPr>
            <a:lvl7pPr lvl="6" rtl="0">
              <a:lnSpc>
                <a:spcPct val="115000"/>
              </a:lnSpc>
              <a:spcBef>
                <a:spcPts val="500"/>
              </a:spcBef>
              <a:spcAft>
                <a:spcPts val="0"/>
              </a:spcAft>
              <a:buSzPts val="2000"/>
              <a:buNone/>
              <a:defRPr sz="2000"/>
            </a:lvl7pPr>
            <a:lvl8pPr lvl="7" rtl="0">
              <a:lnSpc>
                <a:spcPct val="115000"/>
              </a:lnSpc>
              <a:spcBef>
                <a:spcPts val="500"/>
              </a:spcBef>
              <a:spcAft>
                <a:spcPts val="0"/>
              </a:spcAft>
              <a:buSzPts val="2000"/>
              <a:buNone/>
              <a:defRPr sz="2000"/>
            </a:lvl8pPr>
            <a:lvl9pPr lvl="8" rtl="0">
              <a:lnSpc>
                <a:spcPct val="115000"/>
              </a:lnSpc>
              <a:spcBef>
                <a:spcPts val="500"/>
              </a:spcBef>
              <a:spcAft>
                <a:spcPts val="0"/>
              </a:spcAft>
              <a:buSzPts val="2000"/>
              <a:buNone/>
              <a:defRPr sz="2000"/>
            </a:lvl9pPr>
          </a:lstStyle>
          <a:p/>
        </p:txBody>
      </p:sp>
      <p:sp>
        <p:nvSpPr>
          <p:cNvPr id="151" name="Google Shape;151;p2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ontent D - Card Right">
  <p:cSld name="OBJECT_2">
    <p:spTree>
      <p:nvGrpSpPr>
        <p:cNvPr id="152" name="Shape 152"/>
        <p:cNvGrpSpPr/>
        <p:nvPr/>
      </p:nvGrpSpPr>
      <p:grpSpPr>
        <a:xfrm>
          <a:off x="0" y="0"/>
          <a:ext cx="0" cy="0"/>
          <a:chOff x="0" y="0"/>
          <a:chExt cx="0" cy="0"/>
        </a:xfrm>
      </p:grpSpPr>
      <p:sp>
        <p:nvSpPr>
          <p:cNvPr id="153" name="Google Shape;153;p25"/>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54" name="Google Shape;154;p25"/>
          <p:cNvSpPr/>
          <p:nvPr/>
        </p:nvSpPr>
        <p:spPr>
          <a:xfrm>
            <a:off x="6024226"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55" name="Google Shape;155;p25"/>
          <p:cNvSpPr txBox="1"/>
          <p:nvPr>
            <p:ph idx="1" type="body"/>
          </p:nvPr>
        </p:nvSpPr>
        <p:spPr>
          <a:xfrm>
            <a:off x="761809"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56" name="Google Shape;156;p25"/>
          <p:cNvSpPr txBox="1"/>
          <p:nvPr>
            <p:ph idx="2" type="body"/>
          </p:nvPr>
        </p:nvSpPr>
        <p:spPr>
          <a:xfrm>
            <a:off x="6164724"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57" name="Google Shape;157;p25"/>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400"/>
              <a:buNone/>
              <a:defRPr sz="2400"/>
            </a:lvl2pPr>
            <a:lvl3pPr lvl="2" rtl="0">
              <a:spcBef>
                <a:spcPts val="500"/>
              </a:spcBef>
              <a:spcAft>
                <a:spcPts val="0"/>
              </a:spcAft>
              <a:buSzPts val="2400"/>
              <a:buNone/>
              <a:defRPr sz="2400"/>
            </a:lvl3pPr>
            <a:lvl4pPr lvl="3" rtl="0">
              <a:spcBef>
                <a:spcPts val="500"/>
              </a:spcBef>
              <a:spcAft>
                <a:spcPts val="0"/>
              </a:spcAft>
              <a:buSzPts val="2400"/>
              <a:buNone/>
              <a:defRPr sz="2400"/>
            </a:lvl4pPr>
            <a:lvl5pPr lvl="4" rtl="0">
              <a:spcBef>
                <a:spcPts val="500"/>
              </a:spcBef>
              <a:spcAft>
                <a:spcPts val="0"/>
              </a:spcAft>
              <a:buSzPts val="2400"/>
              <a:buNone/>
              <a:defRPr sz="2400"/>
            </a:lvl5pPr>
            <a:lvl6pPr lvl="5" rtl="0">
              <a:spcBef>
                <a:spcPts val="500"/>
              </a:spcBef>
              <a:spcAft>
                <a:spcPts val="0"/>
              </a:spcAft>
              <a:buSzPts val="2400"/>
              <a:buNone/>
              <a:defRPr sz="2400"/>
            </a:lvl6pPr>
            <a:lvl7pPr lvl="6" rtl="0">
              <a:spcBef>
                <a:spcPts val="500"/>
              </a:spcBef>
              <a:spcAft>
                <a:spcPts val="0"/>
              </a:spcAft>
              <a:buSzPts val="2400"/>
              <a:buNone/>
              <a:defRPr sz="2400"/>
            </a:lvl7pPr>
            <a:lvl8pPr lvl="7" rtl="0">
              <a:spcBef>
                <a:spcPts val="500"/>
              </a:spcBef>
              <a:spcAft>
                <a:spcPts val="0"/>
              </a:spcAft>
              <a:buSzPts val="2400"/>
              <a:buNone/>
              <a:defRPr sz="2400"/>
            </a:lvl8pPr>
            <a:lvl9pPr lvl="8" rtl="0">
              <a:spcBef>
                <a:spcPts val="500"/>
              </a:spcBef>
              <a:spcAft>
                <a:spcPts val="0"/>
              </a:spcAft>
              <a:buSzPts val="2400"/>
              <a:buNone/>
              <a:defRPr sz="2400"/>
            </a:lvl9pPr>
          </a:lstStyle>
          <a:p/>
        </p:txBody>
      </p:sp>
      <p:sp>
        <p:nvSpPr>
          <p:cNvPr id="158" name="Google Shape;158;p2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Content D - Card Left">
  <p:cSld name="OBJECT_2_2">
    <p:spTree>
      <p:nvGrpSpPr>
        <p:cNvPr id="159" name="Shape 159"/>
        <p:cNvGrpSpPr/>
        <p:nvPr/>
      </p:nvGrpSpPr>
      <p:grpSpPr>
        <a:xfrm>
          <a:off x="0" y="0"/>
          <a:ext cx="0" cy="0"/>
          <a:chOff x="0" y="0"/>
          <a:chExt cx="0" cy="0"/>
        </a:xfrm>
      </p:grpSpPr>
      <p:sp>
        <p:nvSpPr>
          <p:cNvPr id="160" name="Google Shape;160;p26"/>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61" name="Google Shape;161;p26"/>
          <p:cNvSpPr/>
          <p:nvPr/>
        </p:nvSpPr>
        <p:spPr>
          <a:xfrm>
            <a:off x="609447" y="1825633"/>
            <a:ext cx="55551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2" name="Google Shape;162;p26"/>
          <p:cNvSpPr txBox="1"/>
          <p:nvPr>
            <p:ph idx="1" type="body"/>
          </p:nvPr>
        </p:nvSpPr>
        <p:spPr>
          <a:xfrm>
            <a:off x="7072430"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63" name="Google Shape;163;p26"/>
          <p:cNvSpPr txBox="1"/>
          <p:nvPr>
            <p:ph idx="2" type="body"/>
          </p:nvPr>
        </p:nvSpPr>
        <p:spPr>
          <a:xfrm>
            <a:off x="759194"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164" name="Google Shape;164;p26"/>
          <p:cNvSpPr txBox="1"/>
          <p:nvPr>
            <p:ph idx="3"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65" name="Google Shape;165;p2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Content D - Card Large">
  <p:cSld name="OBJECT_2_1">
    <p:spTree>
      <p:nvGrpSpPr>
        <p:cNvPr id="166" name="Shape 166"/>
        <p:cNvGrpSpPr/>
        <p:nvPr/>
      </p:nvGrpSpPr>
      <p:grpSpPr>
        <a:xfrm>
          <a:off x="0" y="0"/>
          <a:ext cx="0" cy="0"/>
          <a:chOff x="0" y="0"/>
          <a:chExt cx="0" cy="0"/>
        </a:xfrm>
      </p:grpSpPr>
      <p:sp>
        <p:nvSpPr>
          <p:cNvPr id="167" name="Google Shape;167;p27"/>
          <p:cNvSpPr/>
          <p:nvPr/>
        </p:nvSpPr>
        <p:spPr>
          <a:xfrm>
            <a:off x="609447" y="1825633"/>
            <a:ext cx="10969800" cy="44229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68" name="Google Shape;168;p27"/>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69" name="Google Shape;169;p27"/>
          <p:cNvSpPr txBox="1"/>
          <p:nvPr>
            <p:ph idx="1" type="body"/>
          </p:nvPr>
        </p:nvSpPr>
        <p:spPr>
          <a:xfrm>
            <a:off x="761809" y="1988833"/>
            <a:ext cx="106593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accent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accent4"/>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170" name="Google Shape;170;p27"/>
          <p:cNvSpPr txBox="1"/>
          <p:nvPr>
            <p:ph idx="2"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71" name="Google Shape;171;p2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Content D - Card Quad">
  <p:cSld name="OBJECT_2_1_1">
    <p:spTree>
      <p:nvGrpSpPr>
        <p:cNvPr id="172" name="Shape 172"/>
        <p:cNvGrpSpPr/>
        <p:nvPr/>
      </p:nvGrpSpPr>
      <p:grpSpPr>
        <a:xfrm>
          <a:off x="0" y="0"/>
          <a:ext cx="0" cy="0"/>
          <a:chOff x="0" y="0"/>
          <a:chExt cx="0" cy="0"/>
        </a:xfrm>
      </p:grpSpPr>
      <p:sp>
        <p:nvSpPr>
          <p:cNvPr id="173" name="Google Shape;173;p28"/>
          <p:cNvSpPr/>
          <p:nvPr/>
        </p:nvSpPr>
        <p:spPr>
          <a:xfrm>
            <a:off x="6161558"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4" name="Google Shape;174;p28"/>
          <p:cNvSpPr/>
          <p:nvPr/>
        </p:nvSpPr>
        <p:spPr>
          <a:xfrm>
            <a:off x="609447" y="4147599"/>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5" name="Google Shape;175;p28"/>
          <p:cNvSpPr/>
          <p:nvPr/>
        </p:nvSpPr>
        <p:spPr>
          <a:xfrm>
            <a:off x="6161558"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6" name="Google Shape;176;p28"/>
          <p:cNvSpPr/>
          <p:nvPr/>
        </p:nvSpPr>
        <p:spPr>
          <a:xfrm>
            <a:off x="609447" y="1825633"/>
            <a:ext cx="5414700" cy="2105700"/>
          </a:xfrm>
          <a:prstGeom prst="rect">
            <a:avLst/>
          </a:prstGeom>
          <a:solidFill>
            <a:srgbClr val="FFFFFF"/>
          </a:solidFill>
          <a:ln>
            <a:noFill/>
          </a:ln>
          <a:effectLst>
            <a:outerShdw blurRad="428625" rotWithShape="0" algn="bl" dir="5400000" dist="95250">
              <a:srgbClr val="000000">
                <a:alpha val="12000"/>
              </a:srgbClr>
            </a:outerShdw>
          </a:effectLst>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177" name="Google Shape;177;p28"/>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78" name="Google Shape;178;p28"/>
          <p:cNvSpPr txBox="1"/>
          <p:nvPr>
            <p:ph idx="1" type="subTitle"/>
          </p:nvPr>
        </p:nvSpPr>
        <p:spPr>
          <a:xfrm>
            <a:off x="764809" y="1174702"/>
            <a:ext cx="10659300" cy="583500"/>
          </a:xfrm>
          <a:prstGeom prst="rect">
            <a:avLst/>
          </a:prstGeom>
        </p:spPr>
        <p:txBody>
          <a:bodyPr anchorCtr="0" anchor="t" bIns="0" lIns="0" spcFirstLastPara="1" rIns="0" wrap="square" tIns="0">
            <a:noAutofit/>
          </a:bodyPr>
          <a:lstStyle>
            <a:lvl1pPr lvl="0" rtl="0">
              <a:spcBef>
                <a:spcPts val="1100"/>
              </a:spcBef>
              <a:spcAft>
                <a:spcPts val="0"/>
              </a:spcAft>
              <a:buSzPts val="2400"/>
              <a:buFont typeface="DM Sans Medium"/>
              <a:buNone/>
              <a:defRPr>
                <a:solidFill>
                  <a:schemeClr val="accent1"/>
                </a:solidFill>
                <a:latin typeface="DM Sans Medium"/>
                <a:ea typeface="DM Sans Medium"/>
                <a:cs typeface="DM Sans Medium"/>
                <a:sym typeface="DM Sans Medium"/>
              </a:defRPr>
            </a:lvl1pPr>
            <a:lvl2pPr lvl="1" rtl="0">
              <a:spcBef>
                <a:spcPts val="500"/>
              </a:spcBef>
              <a:spcAft>
                <a:spcPts val="0"/>
              </a:spcAft>
              <a:buSzPts val="2000"/>
              <a:buNone/>
              <a:defRPr/>
            </a:lvl2pPr>
            <a:lvl3pPr lvl="2" rtl="0">
              <a:spcBef>
                <a:spcPts val="500"/>
              </a:spcBef>
              <a:spcAft>
                <a:spcPts val="0"/>
              </a:spcAft>
              <a:buSzPts val="1600"/>
              <a:buNone/>
              <a:defRPr/>
            </a:lvl3pPr>
            <a:lvl4pPr lvl="3" rtl="0">
              <a:spcBef>
                <a:spcPts val="500"/>
              </a:spcBef>
              <a:spcAft>
                <a:spcPts val="0"/>
              </a:spcAft>
              <a:buSzPts val="1600"/>
              <a:buNone/>
              <a:defRPr/>
            </a:lvl4pPr>
            <a:lvl5pPr lvl="4" rtl="0">
              <a:spcBef>
                <a:spcPts val="500"/>
              </a:spcBef>
              <a:spcAft>
                <a:spcPts val="0"/>
              </a:spcAft>
              <a:buSzPts val="1600"/>
              <a:buNone/>
              <a:defRPr/>
            </a:lvl5pPr>
            <a:lvl6pPr lvl="5" rtl="0">
              <a:spcBef>
                <a:spcPts val="500"/>
              </a:spcBef>
              <a:spcAft>
                <a:spcPts val="0"/>
              </a:spcAft>
              <a:buSzPts val="1600"/>
              <a:buNone/>
              <a:defRPr/>
            </a:lvl6pPr>
            <a:lvl7pPr lvl="6" rtl="0">
              <a:spcBef>
                <a:spcPts val="500"/>
              </a:spcBef>
              <a:spcAft>
                <a:spcPts val="0"/>
              </a:spcAft>
              <a:buSzPts val="1600"/>
              <a:buNone/>
              <a:defRPr/>
            </a:lvl7pPr>
            <a:lvl8pPr lvl="7" rtl="0">
              <a:spcBef>
                <a:spcPts val="500"/>
              </a:spcBef>
              <a:spcAft>
                <a:spcPts val="0"/>
              </a:spcAft>
              <a:buSzPts val="1600"/>
              <a:buNone/>
              <a:defRPr/>
            </a:lvl8pPr>
            <a:lvl9pPr lvl="8" rtl="0">
              <a:spcBef>
                <a:spcPts val="500"/>
              </a:spcBef>
              <a:spcAft>
                <a:spcPts val="0"/>
              </a:spcAft>
              <a:buSzPts val="1600"/>
              <a:buNone/>
              <a:defRPr/>
            </a:lvl9pPr>
          </a:lstStyle>
          <a:p/>
        </p:txBody>
      </p:sp>
      <p:sp>
        <p:nvSpPr>
          <p:cNvPr id="179" name="Google Shape;179;p28"/>
          <p:cNvSpPr txBox="1"/>
          <p:nvPr>
            <p:ph idx="2" type="subTitle"/>
          </p:nvPr>
        </p:nvSpPr>
        <p:spPr>
          <a:xfrm>
            <a:off x="764709" y="1988833"/>
            <a:ext cx="5110800" cy="1785300"/>
          </a:xfrm>
          <a:prstGeom prst="rect">
            <a:avLst/>
          </a:prstGeom>
        </p:spPr>
        <p:txBody>
          <a:bodyPr anchorCtr="0" anchor="t" bIns="0" lIns="0" spcFirstLastPara="1" rIns="0" wrap="square" tIns="0">
            <a:noAutofit/>
          </a:bodyPr>
          <a:lstStyle>
            <a:lvl1pPr lvl="0">
              <a:lnSpc>
                <a:spcPct val="115000"/>
              </a:lnSpc>
              <a:spcBef>
                <a:spcPts val="1100"/>
              </a:spcBef>
              <a:spcAft>
                <a:spcPts val="0"/>
              </a:spcAft>
              <a:buClr>
                <a:schemeClr val="dk1"/>
              </a:buClr>
              <a:buSzPts val="1600"/>
              <a:buNone/>
              <a:defRPr sz="1600"/>
            </a:lvl1pPr>
            <a:lvl2pPr lvl="1">
              <a:lnSpc>
                <a:spcPct val="115000"/>
              </a:lnSpc>
              <a:spcBef>
                <a:spcPts val="500"/>
              </a:spcBef>
              <a:spcAft>
                <a:spcPts val="0"/>
              </a:spcAft>
              <a:buClr>
                <a:schemeClr val="dk1"/>
              </a:buClr>
              <a:buSzPts val="1600"/>
              <a:buNone/>
              <a:defRPr sz="1600"/>
            </a:lvl2pPr>
            <a:lvl3pPr lvl="2">
              <a:lnSpc>
                <a:spcPct val="115000"/>
              </a:lnSpc>
              <a:spcBef>
                <a:spcPts val="500"/>
              </a:spcBef>
              <a:spcAft>
                <a:spcPts val="0"/>
              </a:spcAft>
              <a:buSzPts val="1600"/>
              <a:buNone/>
              <a:defRPr/>
            </a:lvl3pPr>
            <a:lvl4pPr lvl="3">
              <a:lnSpc>
                <a:spcPct val="115000"/>
              </a:lnSpc>
              <a:spcBef>
                <a:spcPts val="500"/>
              </a:spcBef>
              <a:spcAft>
                <a:spcPts val="0"/>
              </a:spcAft>
              <a:buSzPts val="1600"/>
              <a:buNone/>
              <a:defRPr/>
            </a:lvl4pPr>
            <a:lvl5pPr lvl="4">
              <a:lnSpc>
                <a:spcPct val="115000"/>
              </a:lnSpc>
              <a:spcBef>
                <a:spcPts val="500"/>
              </a:spcBef>
              <a:spcAft>
                <a:spcPts val="0"/>
              </a:spcAft>
              <a:buSzPts val="1600"/>
              <a:buNone/>
              <a:defRPr/>
            </a:lvl5pPr>
            <a:lvl6pPr lvl="5">
              <a:lnSpc>
                <a:spcPct val="115000"/>
              </a:lnSpc>
              <a:spcBef>
                <a:spcPts val="500"/>
              </a:spcBef>
              <a:spcAft>
                <a:spcPts val="0"/>
              </a:spcAft>
              <a:buSzPts val="1600"/>
              <a:buNone/>
              <a:defRPr/>
            </a:lvl6pPr>
            <a:lvl7pPr lvl="6">
              <a:lnSpc>
                <a:spcPct val="115000"/>
              </a:lnSpc>
              <a:spcBef>
                <a:spcPts val="500"/>
              </a:spcBef>
              <a:spcAft>
                <a:spcPts val="0"/>
              </a:spcAft>
              <a:buSzPts val="1600"/>
              <a:buNone/>
              <a:defRPr/>
            </a:lvl7pPr>
            <a:lvl8pPr lvl="7">
              <a:lnSpc>
                <a:spcPct val="115000"/>
              </a:lnSpc>
              <a:spcBef>
                <a:spcPts val="500"/>
              </a:spcBef>
              <a:spcAft>
                <a:spcPts val="0"/>
              </a:spcAft>
              <a:buSzPts val="1600"/>
              <a:buNone/>
              <a:defRPr/>
            </a:lvl8pPr>
            <a:lvl9pPr lvl="8">
              <a:lnSpc>
                <a:spcPct val="115000"/>
              </a:lnSpc>
              <a:spcBef>
                <a:spcPts val="500"/>
              </a:spcBef>
              <a:spcAft>
                <a:spcPts val="0"/>
              </a:spcAft>
              <a:buSzPts val="1600"/>
              <a:buNone/>
              <a:defRPr/>
            </a:lvl9pPr>
          </a:lstStyle>
          <a:p/>
        </p:txBody>
      </p:sp>
      <p:sp>
        <p:nvSpPr>
          <p:cNvPr id="180" name="Google Shape;180;p28"/>
          <p:cNvSpPr txBox="1"/>
          <p:nvPr>
            <p:ph idx="3" type="subTitle"/>
          </p:nvPr>
        </p:nvSpPr>
        <p:spPr>
          <a:xfrm>
            <a:off x="6313520" y="1988833"/>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81" name="Google Shape;181;p28"/>
          <p:cNvSpPr txBox="1"/>
          <p:nvPr>
            <p:ph idx="4" type="subTitle"/>
          </p:nvPr>
        </p:nvSpPr>
        <p:spPr>
          <a:xfrm>
            <a:off x="764709" y="4302068"/>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82" name="Google Shape;182;p28"/>
          <p:cNvSpPr txBox="1"/>
          <p:nvPr>
            <p:ph idx="5" type="subTitle"/>
          </p:nvPr>
        </p:nvSpPr>
        <p:spPr>
          <a:xfrm>
            <a:off x="6313520" y="4302068"/>
            <a:ext cx="5110800" cy="1785300"/>
          </a:xfrm>
          <a:prstGeom prst="rect">
            <a:avLst/>
          </a:prstGeom>
        </p:spPr>
        <p:txBody>
          <a:bodyPr anchorCtr="0" anchor="t" bIns="0" lIns="0" spcFirstLastPara="1" rIns="0" wrap="square" tIns="0">
            <a:noAutofit/>
          </a:bodyPr>
          <a:lstStyle>
            <a:lvl1pPr lvl="0" rtl="0">
              <a:lnSpc>
                <a:spcPct val="115000"/>
              </a:lnSpc>
              <a:spcBef>
                <a:spcPts val="1100"/>
              </a:spcBef>
              <a:spcAft>
                <a:spcPts val="0"/>
              </a:spcAft>
              <a:buClr>
                <a:schemeClr val="dk1"/>
              </a:buClr>
              <a:buSzPts val="1600"/>
              <a:buNone/>
              <a:defRPr sz="1600"/>
            </a:lvl1pPr>
            <a:lvl2pPr lvl="1" rtl="0">
              <a:lnSpc>
                <a:spcPct val="115000"/>
              </a:lnSpc>
              <a:spcBef>
                <a:spcPts val="500"/>
              </a:spcBef>
              <a:spcAft>
                <a:spcPts val="0"/>
              </a:spcAft>
              <a:buClr>
                <a:schemeClr val="dk1"/>
              </a:buClr>
              <a:buSzPts val="1600"/>
              <a:buNone/>
              <a:defRPr sz="1600"/>
            </a:lvl2pPr>
            <a:lvl3pPr lvl="2" rtl="0">
              <a:lnSpc>
                <a:spcPct val="115000"/>
              </a:lnSpc>
              <a:spcBef>
                <a:spcPts val="500"/>
              </a:spcBef>
              <a:spcAft>
                <a:spcPts val="0"/>
              </a:spcAft>
              <a:buSzPts val="1600"/>
              <a:buNone/>
              <a:defRPr/>
            </a:lvl3pPr>
            <a:lvl4pPr lvl="3" rtl="0">
              <a:lnSpc>
                <a:spcPct val="115000"/>
              </a:lnSpc>
              <a:spcBef>
                <a:spcPts val="500"/>
              </a:spcBef>
              <a:spcAft>
                <a:spcPts val="0"/>
              </a:spcAft>
              <a:buSzPts val="1600"/>
              <a:buNone/>
              <a:defRPr/>
            </a:lvl4pPr>
            <a:lvl5pPr lvl="4" rtl="0">
              <a:lnSpc>
                <a:spcPct val="115000"/>
              </a:lnSpc>
              <a:spcBef>
                <a:spcPts val="500"/>
              </a:spcBef>
              <a:spcAft>
                <a:spcPts val="0"/>
              </a:spcAft>
              <a:buSzPts val="1600"/>
              <a:buNone/>
              <a:defRPr/>
            </a:lvl5pPr>
            <a:lvl6pPr lvl="5" rtl="0">
              <a:lnSpc>
                <a:spcPct val="115000"/>
              </a:lnSpc>
              <a:spcBef>
                <a:spcPts val="500"/>
              </a:spcBef>
              <a:spcAft>
                <a:spcPts val="0"/>
              </a:spcAft>
              <a:buSzPts val="1600"/>
              <a:buNone/>
              <a:defRPr/>
            </a:lvl6pPr>
            <a:lvl7pPr lvl="6" rtl="0">
              <a:lnSpc>
                <a:spcPct val="115000"/>
              </a:lnSpc>
              <a:spcBef>
                <a:spcPts val="500"/>
              </a:spcBef>
              <a:spcAft>
                <a:spcPts val="0"/>
              </a:spcAft>
              <a:buSzPts val="1600"/>
              <a:buNone/>
              <a:defRPr/>
            </a:lvl7pPr>
            <a:lvl8pPr lvl="7" rtl="0">
              <a:lnSpc>
                <a:spcPct val="115000"/>
              </a:lnSpc>
              <a:spcBef>
                <a:spcPts val="500"/>
              </a:spcBef>
              <a:spcAft>
                <a:spcPts val="0"/>
              </a:spcAft>
              <a:buSzPts val="1600"/>
              <a:buNone/>
              <a:defRPr/>
            </a:lvl8pPr>
            <a:lvl9pPr lvl="8" rtl="0">
              <a:lnSpc>
                <a:spcPct val="115000"/>
              </a:lnSpc>
              <a:spcBef>
                <a:spcPts val="500"/>
              </a:spcBef>
              <a:spcAft>
                <a:spcPts val="0"/>
              </a:spcAft>
              <a:buSzPts val="1600"/>
              <a:buNone/>
              <a:defRPr/>
            </a:lvl9pPr>
          </a:lstStyle>
          <a:p/>
        </p:txBody>
      </p:sp>
      <p:sp>
        <p:nvSpPr>
          <p:cNvPr id="183" name="Google Shape;183;p2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1">
  <p:cSld name="OBJECT_2_1_1_2_1_1_1">
    <p:spTree>
      <p:nvGrpSpPr>
        <p:cNvPr id="184" name="Shape 184"/>
        <p:cNvGrpSpPr/>
        <p:nvPr/>
      </p:nvGrpSpPr>
      <p:grpSpPr>
        <a:xfrm>
          <a:off x="0" y="0"/>
          <a:ext cx="0" cy="0"/>
          <a:chOff x="0" y="0"/>
          <a:chExt cx="0" cy="0"/>
        </a:xfrm>
      </p:grpSpPr>
      <p:sp>
        <p:nvSpPr>
          <p:cNvPr id="185" name="Google Shape;185;p29"/>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accent1"/>
              </a:buClr>
              <a:buSzPts val="4800"/>
              <a:buFont typeface="DM Sans Medium"/>
              <a:buNone/>
              <a:defRPr i="0" sz="4800" u="none" cap="none" strike="noStrike">
                <a:solidFill>
                  <a:schemeClr val="accen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86" name="Google Shape;186;p2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Blank">
  <p:cSld name="OBJECT_2_1_1_2_1_1_1_3">
    <p:spTree>
      <p:nvGrpSpPr>
        <p:cNvPr id="187" name="Shape 187"/>
        <p:cNvGrpSpPr/>
        <p:nvPr/>
      </p:nvGrpSpPr>
      <p:grpSpPr>
        <a:xfrm>
          <a:off x="0" y="0"/>
          <a:ext cx="0" cy="0"/>
          <a:chOff x="0" y="0"/>
          <a:chExt cx="0" cy="0"/>
        </a:xfrm>
      </p:grpSpPr>
      <p:sp>
        <p:nvSpPr>
          <p:cNvPr id="188" name="Google Shape;188;p3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9" name="Google Shape;189;p30"/>
          <p:cNvSpPr/>
          <p:nvPr/>
        </p:nvSpPr>
        <p:spPr>
          <a:xfrm>
            <a:off x="-25" y="0"/>
            <a:ext cx="12189000" cy="6858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2">
  <p:cSld name="OBJECT_2_1_1_2_1_1_1_1">
    <p:bg>
      <p:bgPr>
        <a:solidFill>
          <a:schemeClr val="dk1"/>
        </a:solidFill>
      </p:bgPr>
    </p:bg>
    <p:spTree>
      <p:nvGrpSpPr>
        <p:cNvPr id="190" name="Shape 190"/>
        <p:cNvGrpSpPr/>
        <p:nvPr/>
      </p:nvGrpSpPr>
      <p:grpSpPr>
        <a:xfrm>
          <a:off x="0" y="0"/>
          <a:ext cx="0" cy="0"/>
          <a:chOff x="0" y="0"/>
          <a:chExt cx="0" cy="0"/>
        </a:xfrm>
      </p:grpSpPr>
      <p:sp>
        <p:nvSpPr>
          <p:cNvPr id="191" name="Google Shape;191;p31"/>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lt1"/>
              </a:buClr>
              <a:buSzPts val="4800"/>
              <a:buFont typeface="DM Sans Medium"/>
              <a:buNone/>
              <a:defRPr i="0" sz="48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92" name="Google Shape;192;p3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3">
  <p:cSld name="OBJECT_2_1_1_2_1_1_1_1_1">
    <p:bg>
      <p:bgPr>
        <a:solidFill>
          <a:schemeClr val="accent4"/>
        </a:solidFill>
      </p:bgPr>
    </p:bg>
    <p:spTree>
      <p:nvGrpSpPr>
        <p:cNvPr id="193" name="Shape 193"/>
        <p:cNvGrpSpPr/>
        <p:nvPr/>
      </p:nvGrpSpPr>
      <p:grpSpPr>
        <a:xfrm>
          <a:off x="0" y="0"/>
          <a:ext cx="0" cy="0"/>
          <a:chOff x="0" y="0"/>
          <a:chExt cx="0" cy="0"/>
        </a:xfrm>
      </p:grpSpPr>
      <p:sp>
        <p:nvSpPr>
          <p:cNvPr id="194" name="Google Shape;194;p32"/>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95" name="Google Shape;195;p32"/>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4">
  <p:cSld name="OBJECT_2_1_1_2_1_1_1_1_1_1">
    <p:bg>
      <p:bgPr>
        <a:solidFill>
          <a:schemeClr val="dk2"/>
        </a:solidFill>
      </p:bgPr>
    </p:bg>
    <p:spTree>
      <p:nvGrpSpPr>
        <p:cNvPr id="196" name="Shape 196"/>
        <p:cNvGrpSpPr/>
        <p:nvPr/>
      </p:nvGrpSpPr>
      <p:grpSpPr>
        <a:xfrm>
          <a:off x="0" y="0"/>
          <a:ext cx="0" cy="0"/>
          <a:chOff x="0" y="0"/>
          <a:chExt cx="0" cy="0"/>
        </a:xfrm>
      </p:grpSpPr>
      <p:sp>
        <p:nvSpPr>
          <p:cNvPr id="197" name="Google Shape;197;p33"/>
          <p:cNvSpPr txBox="1"/>
          <p:nvPr>
            <p:ph type="title"/>
          </p:nvPr>
        </p:nvSpPr>
        <p:spPr>
          <a:xfrm>
            <a:off x="1675975" y="535625"/>
            <a:ext cx="8837100" cy="57129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lt1"/>
              </a:buClr>
              <a:buSzPts val="4800"/>
              <a:buFont typeface="DM Sans Medium"/>
              <a:buNone/>
              <a:defRPr i="0" sz="48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198" name="Google Shape;198;p3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99" name="Google Shape;199;p33"/>
          <p:cNvPicPr preferRelativeResize="0"/>
          <p:nvPr/>
        </p:nvPicPr>
        <p:blipFill>
          <a:blip r:embed="rId2">
            <a:alphaModFix/>
          </a:blip>
          <a:stretch>
            <a:fillRect/>
          </a:stretch>
        </p:blipFill>
        <p:spPr>
          <a:xfrm>
            <a:off x="10666487" y="6474098"/>
            <a:ext cx="188420" cy="188420"/>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1">
  <p:cSld name="OBJECT_2_1_1_2_1_1_1_1_1_1_1">
    <p:bg>
      <p:bgPr>
        <a:solidFill>
          <a:schemeClr val="lt1"/>
        </a:solidFill>
      </p:bgPr>
    </p:bg>
    <p:spTree>
      <p:nvGrpSpPr>
        <p:cNvPr id="200" name="Shape 200"/>
        <p:cNvGrpSpPr/>
        <p:nvPr/>
      </p:nvGrpSpPr>
      <p:grpSpPr>
        <a:xfrm>
          <a:off x="0" y="0"/>
          <a:ext cx="0" cy="0"/>
          <a:chOff x="0" y="0"/>
          <a:chExt cx="0" cy="0"/>
        </a:xfrm>
      </p:grpSpPr>
      <p:sp>
        <p:nvSpPr>
          <p:cNvPr id="201" name="Google Shape;201;p34"/>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02" name="Google Shape;202;p34"/>
          <p:cNvSpPr/>
          <p:nvPr/>
        </p:nvSpPr>
        <p:spPr>
          <a:xfrm>
            <a:off x="11225458"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3" name="Google Shape;203;p3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4" name="Google Shape;204;p34"/>
          <p:cNvSpPr/>
          <p:nvPr/>
        </p:nvSpPr>
        <p:spPr>
          <a:xfrm>
            <a:off x="10205213" y="0"/>
            <a:ext cx="1989000" cy="19896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5" name="Google Shape;205;p34"/>
          <p:cNvSpPr/>
          <p:nvPr/>
        </p:nvSpPr>
        <p:spPr>
          <a:xfrm rot="10800000">
            <a:off x="10205315" y="4258800"/>
            <a:ext cx="1989000" cy="19896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6" name="Google Shape;206;p34"/>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7" name="Google Shape;207;p34"/>
          <p:cNvSpPr/>
          <p:nvPr/>
        </p:nvSpPr>
        <p:spPr>
          <a:xfrm rot="-5400000">
            <a:off x="11216810" y="3283117"/>
            <a:ext cx="977700" cy="9774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8" name="Google Shape;208;p34"/>
          <p:cNvSpPr/>
          <p:nvPr/>
        </p:nvSpPr>
        <p:spPr>
          <a:xfrm>
            <a:off x="8239838" y="975600"/>
            <a:ext cx="481200" cy="4812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09" name="Google Shape;209;p34"/>
          <p:cNvSpPr/>
          <p:nvPr/>
        </p:nvSpPr>
        <p:spPr>
          <a:xfrm>
            <a:off x="8868881" y="57672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10" name="Google Shape;210;p34"/>
          <p:cNvSpPr/>
          <p:nvPr/>
        </p:nvSpPr>
        <p:spPr>
          <a:xfrm>
            <a:off x="9968739" y="3046667"/>
            <a:ext cx="236400" cy="2364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2">
  <p:cSld name="OBJECT_2_1_1_2_1_1_1_1_1_1_1_1">
    <p:bg>
      <p:bgPr>
        <a:solidFill>
          <a:schemeClr val="lt1"/>
        </a:solidFill>
      </p:bgPr>
    </p:bg>
    <p:spTree>
      <p:nvGrpSpPr>
        <p:cNvPr id="211" name="Shape 211"/>
        <p:cNvGrpSpPr/>
        <p:nvPr/>
      </p:nvGrpSpPr>
      <p:grpSpPr>
        <a:xfrm>
          <a:off x="0" y="0"/>
          <a:ext cx="0" cy="0"/>
          <a:chOff x="0" y="0"/>
          <a:chExt cx="0" cy="0"/>
        </a:xfrm>
      </p:grpSpPr>
      <p:sp>
        <p:nvSpPr>
          <p:cNvPr id="212" name="Google Shape;212;p35"/>
          <p:cNvSpPr/>
          <p:nvPr/>
        </p:nvSpPr>
        <p:spPr>
          <a:xfrm rot="10800000">
            <a:off x="10359958" y="1989767"/>
            <a:ext cx="865500" cy="8655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13" name="Google Shape;213;p35"/>
          <p:cNvSpPr/>
          <p:nvPr/>
        </p:nvSpPr>
        <p:spPr>
          <a:xfrm rot="10800000">
            <a:off x="10508758" y="1989600"/>
            <a:ext cx="716700" cy="7167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14" name="Google Shape;214;p35"/>
          <p:cNvSpPr/>
          <p:nvPr/>
        </p:nvSpPr>
        <p:spPr>
          <a:xfrm rot="10800000">
            <a:off x="10653025" y="1989633"/>
            <a:ext cx="571800" cy="572100"/>
          </a:xfrm>
          <a:prstGeom prst="arc">
            <a:avLst>
              <a:gd fmla="val 16200000" name="adj1"/>
              <a:gd fmla="val 0" name="adj2"/>
            </a:avLst>
          </a:prstGeom>
          <a:noFill/>
          <a:ln cap="flat" cmpd="sng" w="9525">
            <a:solidFill>
              <a:schemeClr val="lt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15" name="Google Shape;215;p35"/>
          <p:cNvCxnSpPr>
            <a:stCxn id="214" idx="2"/>
          </p:cNvCxnSpPr>
          <p:nvPr/>
        </p:nvCxnSpPr>
        <p:spPr>
          <a:xfrm rot="10800000">
            <a:off x="10653025" y="1981383"/>
            <a:ext cx="0" cy="294300"/>
          </a:xfrm>
          <a:prstGeom prst="straightConnector1">
            <a:avLst/>
          </a:prstGeom>
          <a:noFill/>
          <a:ln cap="flat" cmpd="sng" w="9525">
            <a:solidFill>
              <a:schemeClr val="lt2"/>
            </a:solidFill>
            <a:prstDash val="solid"/>
            <a:round/>
            <a:headEnd len="med" w="med" type="none"/>
            <a:tailEnd len="med" w="med" type="none"/>
          </a:ln>
        </p:spPr>
      </p:cxnSp>
      <p:cxnSp>
        <p:nvCxnSpPr>
          <p:cNvPr id="216" name="Google Shape;216;p35"/>
          <p:cNvCxnSpPr>
            <a:stCxn id="212" idx="2"/>
          </p:cNvCxnSpPr>
          <p:nvPr/>
        </p:nvCxnSpPr>
        <p:spPr>
          <a:xfrm rot="10800000">
            <a:off x="10359958" y="1983617"/>
            <a:ext cx="0" cy="438900"/>
          </a:xfrm>
          <a:prstGeom prst="straightConnector1">
            <a:avLst/>
          </a:prstGeom>
          <a:noFill/>
          <a:ln cap="flat" cmpd="sng" w="9525">
            <a:solidFill>
              <a:schemeClr val="lt2"/>
            </a:solidFill>
            <a:prstDash val="solid"/>
            <a:round/>
            <a:headEnd len="med" w="med" type="none"/>
            <a:tailEnd len="med" w="med" type="none"/>
          </a:ln>
        </p:spPr>
      </p:cxnSp>
      <p:cxnSp>
        <p:nvCxnSpPr>
          <p:cNvPr id="217" name="Google Shape;217;p35"/>
          <p:cNvCxnSpPr>
            <a:stCxn id="213" idx="2"/>
          </p:cNvCxnSpPr>
          <p:nvPr/>
        </p:nvCxnSpPr>
        <p:spPr>
          <a:xfrm rot="10800000">
            <a:off x="10508758" y="1983450"/>
            <a:ext cx="0" cy="364500"/>
          </a:xfrm>
          <a:prstGeom prst="straightConnector1">
            <a:avLst/>
          </a:prstGeom>
          <a:noFill/>
          <a:ln cap="flat" cmpd="sng" w="9525">
            <a:solidFill>
              <a:schemeClr val="lt2"/>
            </a:solidFill>
            <a:prstDash val="solid"/>
            <a:round/>
            <a:headEnd len="med" w="med" type="none"/>
            <a:tailEnd len="med" w="med" type="none"/>
          </a:ln>
        </p:spPr>
      </p:cxnSp>
      <p:cxnSp>
        <p:nvCxnSpPr>
          <p:cNvPr id="218" name="Google Shape;218;p35"/>
          <p:cNvCxnSpPr>
            <a:stCxn id="214" idx="0"/>
          </p:cNvCxnSpPr>
          <p:nvPr/>
        </p:nvCxnSpPr>
        <p:spPr>
          <a:xfrm>
            <a:off x="10938925" y="2561733"/>
            <a:ext cx="325800" cy="0"/>
          </a:xfrm>
          <a:prstGeom prst="straightConnector1">
            <a:avLst/>
          </a:prstGeom>
          <a:noFill/>
          <a:ln cap="flat" cmpd="sng" w="9525">
            <a:solidFill>
              <a:schemeClr val="lt2"/>
            </a:solidFill>
            <a:prstDash val="solid"/>
            <a:round/>
            <a:headEnd len="med" w="med" type="none"/>
            <a:tailEnd len="med" w="med" type="none"/>
          </a:ln>
        </p:spPr>
      </p:cxnSp>
      <p:cxnSp>
        <p:nvCxnSpPr>
          <p:cNvPr id="219" name="Google Shape;219;p35"/>
          <p:cNvCxnSpPr>
            <a:stCxn id="213" idx="0"/>
          </p:cNvCxnSpPr>
          <p:nvPr/>
        </p:nvCxnSpPr>
        <p:spPr>
          <a:xfrm>
            <a:off x="10867108" y="2706300"/>
            <a:ext cx="475500" cy="0"/>
          </a:xfrm>
          <a:prstGeom prst="straightConnector1">
            <a:avLst/>
          </a:prstGeom>
          <a:noFill/>
          <a:ln cap="flat" cmpd="sng" w="9525">
            <a:solidFill>
              <a:schemeClr val="lt2"/>
            </a:solidFill>
            <a:prstDash val="solid"/>
            <a:round/>
            <a:headEnd len="med" w="med" type="none"/>
            <a:tailEnd len="med" w="med" type="none"/>
          </a:ln>
        </p:spPr>
      </p:cxnSp>
      <p:cxnSp>
        <p:nvCxnSpPr>
          <p:cNvPr id="220" name="Google Shape;220;p35"/>
          <p:cNvCxnSpPr>
            <a:stCxn id="212" idx="0"/>
          </p:cNvCxnSpPr>
          <p:nvPr/>
        </p:nvCxnSpPr>
        <p:spPr>
          <a:xfrm>
            <a:off x="10792708" y="2855267"/>
            <a:ext cx="456600" cy="0"/>
          </a:xfrm>
          <a:prstGeom prst="straightConnector1">
            <a:avLst/>
          </a:prstGeom>
          <a:noFill/>
          <a:ln cap="flat" cmpd="sng" w="9525">
            <a:solidFill>
              <a:schemeClr val="lt2"/>
            </a:solidFill>
            <a:prstDash val="solid"/>
            <a:round/>
            <a:headEnd len="med" w="med" type="none"/>
            <a:tailEnd len="med" w="med" type="none"/>
          </a:ln>
        </p:spPr>
      </p:cxnSp>
      <p:sp>
        <p:nvSpPr>
          <p:cNvPr id="221" name="Google Shape;221;p35"/>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22" name="Google Shape;222;p35"/>
          <p:cNvSpPr/>
          <p:nvPr/>
        </p:nvSpPr>
        <p:spPr>
          <a:xfrm>
            <a:off x="10250102" y="0"/>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3" name="Google Shape;223;p35"/>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24" name="Google Shape;224;p35"/>
          <p:cNvSpPr/>
          <p:nvPr/>
        </p:nvSpPr>
        <p:spPr>
          <a:xfrm>
            <a:off x="10205213" y="4258800"/>
            <a:ext cx="1989000" cy="1989600"/>
          </a:xfrm>
          <a:prstGeom prst="ellips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5" name="Google Shape;225;p35"/>
          <p:cNvSpPr/>
          <p:nvPr/>
        </p:nvSpPr>
        <p:spPr>
          <a:xfrm rot="-5400000">
            <a:off x="10204913" y="300"/>
            <a:ext cx="1989600" cy="1989000"/>
          </a:xfrm>
          <a:prstGeom prst="rtTriangl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6" name="Google Shape;226;p35"/>
          <p:cNvSpPr/>
          <p:nvPr/>
        </p:nvSpPr>
        <p:spPr>
          <a:xfrm>
            <a:off x="11225458" y="1989733"/>
            <a:ext cx="975300" cy="975600"/>
          </a:xfrm>
          <a:prstGeom prst="rect">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7" name="Google Shape;227;p35"/>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8" name="Google Shape;228;p35"/>
          <p:cNvSpPr/>
          <p:nvPr/>
        </p:nvSpPr>
        <p:spPr>
          <a:xfrm>
            <a:off x="9724133"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29" name="Google Shape;229;p35"/>
          <p:cNvSpPr/>
          <p:nvPr/>
        </p:nvSpPr>
        <p:spPr>
          <a:xfrm>
            <a:off x="8868881" y="494400"/>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0" name="Google Shape;230;p35"/>
          <p:cNvSpPr/>
          <p:nvPr/>
        </p:nvSpPr>
        <p:spPr>
          <a:xfrm>
            <a:off x="10199848" y="4258800"/>
            <a:ext cx="1989000" cy="1989600"/>
          </a:xfrm>
          <a:prstGeom prst="arc">
            <a:avLst>
              <a:gd fmla="val 16200000" name="adj1"/>
              <a:gd fmla="val 0" name="adj2"/>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3">
  <p:cSld name="OBJECT_2_1_1_2_1_1_1_1_1_1_1_1_1">
    <p:bg>
      <p:bgPr>
        <a:solidFill>
          <a:schemeClr val="lt1"/>
        </a:solidFill>
      </p:bgPr>
    </p:bg>
    <p:spTree>
      <p:nvGrpSpPr>
        <p:cNvPr id="231" name="Shape 231"/>
        <p:cNvGrpSpPr/>
        <p:nvPr/>
      </p:nvGrpSpPr>
      <p:grpSpPr>
        <a:xfrm>
          <a:off x="0" y="0"/>
          <a:ext cx="0" cy="0"/>
          <a:chOff x="0" y="0"/>
          <a:chExt cx="0" cy="0"/>
        </a:xfrm>
      </p:grpSpPr>
      <p:sp>
        <p:nvSpPr>
          <p:cNvPr id="232" name="Google Shape;232;p36"/>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SzPts val="6400"/>
              <a:buFont typeface="DM Sans Medium"/>
              <a:buNone/>
              <a:defRPr i="0" sz="6400" u="none" cap="none" strike="noStrike">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33" name="Google Shape;233;p36"/>
          <p:cNvSpPr/>
          <p:nvPr/>
        </p:nvSpPr>
        <p:spPr>
          <a:xfrm>
            <a:off x="10220276" y="1989600"/>
            <a:ext cx="975300" cy="975600"/>
          </a:xfrm>
          <a:prstGeom prst="rect">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4" name="Google Shape;234;p36"/>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5" name="Google Shape;235;p3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6" name="Google Shape;236;p36"/>
          <p:cNvSpPr/>
          <p:nvPr/>
        </p:nvSpPr>
        <p:spPr>
          <a:xfrm rot="10800000">
            <a:off x="10202633" y="2965200"/>
            <a:ext cx="1989000" cy="1989600"/>
          </a:xfrm>
          <a:prstGeom prst="ellipse">
            <a:avLst/>
          </a:prstGeom>
          <a:solidFill>
            <a:srgbClr val="FFFFFF"/>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7" name="Google Shape;237;p36"/>
          <p:cNvSpPr/>
          <p:nvPr/>
        </p:nvSpPr>
        <p:spPr>
          <a:xfrm rot="-5400000">
            <a:off x="10204913" y="300"/>
            <a:ext cx="1989600" cy="19890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38" name="Google Shape;238;p36"/>
          <p:cNvSpPr/>
          <p:nvPr/>
        </p:nvSpPr>
        <p:spPr>
          <a:xfrm rot="-5400000">
            <a:off x="8287565" y="33"/>
            <a:ext cx="480300" cy="480300"/>
          </a:xfrm>
          <a:prstGeom prst="rtTriangle">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239" name="Google Shape;239;p36"/>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0" name="Google Shape;240;p36"/>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1" name="Google Shape;241;p36"/>
          <p:cNvSpPr/>
          <p:nvPr/>
        </p:nvSpPr>
        <p:spPr>
          <a:xfrm rot="10800000">
            <a:off x="10202633" y="2965200"/>
            <a:ext cx="1989000" cy="19896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42" name="Google Shape;242;p36"/>
          <p:cNvSpPr/>
          <p:nvPr/>
        </p:nvSpPr>
        <p:spPr>
          <a:xfrm rot="-5400000">
            <a:off x="10202230" y="2965500"/>
            <a:ext cx="1989600" cy="1989000"/>
          </a:xfrm>
          <a:prstGeom prst="arc">
            <a:avLst>
              <a:gd fmla="val 16200000" name="adj1"/>
              <a:gd fmla="val 0" name="adj2"/>
            </a:avLst>
          </a:prstGeom>
          <a:solidFill>
            <a:schemeClr val="lt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243" name="Google Shape;243;p36"/>
          <p:cNvCxnSpPr/>
          <p:nvPr/>
        </p:nvCxnSpPr>
        <p:spPr>
          <a:xfrm>
            <a:off x="11372088"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4" name="Google Shape;244;p36"/>
          <p:cNvCxnSpPr/>
          <p:nvPr/>
        </p:nvCxnSpPr>
        <p:spPr>
          <a:xfrm>
            <a:off x="11537980"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5" name="Google Shape;245;p36"/>
          <p:cNvCxnSpPr/>
          <p:nvPr/>
        </p:nvCxnSpPr>
        <p:spPr>
          <a:xfrm>
            <a:off x="11703871"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6" name="Google Shape;246;p36"/>
          <p:cNvCxnSpPr/>
          <p:nvPr/>
        </p:nvCxnSpPr>
        <p:spPr>
          <a:xfrm>
            <a:off x="11869763" y="1986300"/>
            <a:ext cx="0" cy="975600"/>
          </a:xfrm>
          <a:prstGeom prst="straightConnector1">
            <a:avLst/>
          </a:prstGeom>
          <a:noFill/>
          <a:ln cap="flat" cmpd="sng" w="9525">
            <a:solidFill>
              <a:schemeClr val="lt2"/>
            </a:solidFill>
            <a:prstDash val="solid"/>
            <a:round/>
            <a:headEnd len="med" w="med" type="none"/>
            <a:tailEnd len="med" w="med" type="none"/>
          </a:ln>
        </p:spPr>
      </p:cxnSp>
      <p:cxnSp>
        <p:nvCxnSpPr>
          <p:cNvPr id="247" name="Google Shape;247;p36"/>
          <p:cNvCxnSpPr/>
          <p:nvPr/>
        </p:nvCxnSpPr>
        <p:spPr>
          <a:xfrm>
            <a:off x="12035655" y="1986300"/>
            <a:ext cx="0" cy="975600"/>
          </a:xfrm>
          <a:prstGeom prst="straightConnector1">
            <a:avLst/>
          </a:prstGeom>
          <a:noFill/>
          <a:ln cap="flat" cmpd="sng" w="9525">
            <a:solidFill>
              <a:schemeClr val="l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1">
  <p:cSld name="OBJECT_2_1_1_2_1_1_1_1_1_1_1_2">
    <p:bg>
      <p:bgPr>
        <a:solidFill>
          <a:schemeClr val="dk1"/>
        </a:solidFill>
      </p:bgPr>
    </p:bg>
    <p:spTree>
      <p:nvGrpSpPr>
        <p:cNvPr id="248" name="Shape 248"/>
        <p:cNvGrpSpPr/>
        <p:nvPr/>
      </p:nvGrpSpPr>
      <p:grpSpPr>
        <a:xfrm>
          <a:off x="0" y="0"/>
          <a:ext cx="0" cy="0"/>
          <a:chOff x="0" y="0"/>
          <a:chExt cx="0" cy="0"/>
        </a:xfrm>
      </p:grpSpPr>
      <p:sp>
        <p:nvSpPr>
          <p:cNvPr id="249" name="Google Shape;249;p37"/>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2"/>
              </a:buClr>
              <a:buSzPts val="6400"/>
              <a:buFont typeface="DM Sans Medium"/>
              <a:buNone/>
              <a:defRPr i="0" sz="6400" u="none" cap="none" strike="noStrike">
                <a:solidFill>
                  <a:schemeClr val="lt2"/>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50" name="Google Shape;250;p37"/>
          <p:cNvSpPr/>
          <p:nvPr/>
        </p:nvSpPr>
        <p:spPr>
          <a:xfrm>
            <a:off x="11225458"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1" name="Google Shape;251;p3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37"/>
          <p:cNvSpPr/>
          <p:nvPr/>
        </p:nvSpPr>
        <p:spPr>
          <a:xfrm>
            <a:off x="10205213" y="0"/>
            <a:ext cx="1989000" cy="19896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3" name="Google Shape;253;p37"/>
          <p:cNvSpPr/>
          <p:nvPr/>
        </p:nvSpPr>
        <p:spPr>
          <a:xfrm rot="10800000">
            <a:off x="10205315" y="4258800"/>
            <a:ext cx="1989000" cy="1989600"/>
          </a:xfrm>
          <a:prstGeom prst="rtTriangl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4" name="Google Shape;254;p37"/>
          <p:cNvSpPr/>
          <p:nvPr/>
        </p:nvSpPr>
        <p:spPr>
          <a:xfrm>
            <a:off x="11225458" y="3283200"/>
            <a:ext cx="975300" cy="975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5" name="Google Shape;255;p37"/>
          <p:cNvSpPr/>
          <p:nvPr/>
        </p:nvSpPr>
        <p:spPr>
          <a:xfrm rot="-5400000">
            <a:off x="11216810" y="3283117"/>
            <a:ext cx="977700" cy="977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solidFill>
                <a:schemeClr val="lt2"/>
              </a:solidFill>
            </a:endParaRPr>
          </a:p>
        </p:txBody>
      </p:sp>
      <p:sp>
        <p:nvSpPr>
          <p:cNvPr id="256" name="Google Shape;256;p37"/>
          <p:cNvSpPr/>
          <p:nvPr/>
        </p:nvSpPr>
        <p:spPr>
          <a:xfrm>
            <a:off x="8239838" y="975600"/>
            <a:ext cx="481200" cy="4812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7" name="Google Shape;257;p37"/>
          <p:cNvSpPr/>
          <p:nvPr/>
        </p:nvSpPr>
        <p:spPr>
          <a:xfrm>
            <a:off x="8868881" y="57672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58" name="Google Shape;258;p37"/>
          <p:cNvSpPr/>
          <p:nvPr/>
        </p:nvSpPr>
        <p:spPr>
          <a:xfrm>
            <a:off x="9968739" y="3046667"/>
            <a:ext cx="236400" cy="2364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2">
  <p:cSld name="OBJECT_2_1_1_2_1_1_1_1_1_1_1_1_2">
    <p:bg>
      <p:bgPr>
        <a:solidFill>
          <a:schemeClr val="dk1"/>
        </a:solidFill>
      </p:bgPr>
    </p:bg>
    <p:spTree>
      <p:nvGrpSpPr>
        <p:cNvPr id="259" name="Shape 259"/>
        <p:cNvGrpSpPr/>
        <p:nvPr/>
      </p:nvGrpSpPr>
      <p:grpSpPr>
        <a:xfrm>
          <a:off x="0" y="0"/>
          <a:ext cx="0" cy="0"/>
          <a:chOff x="0" y="0"/>
          <a:chExt cx="0" cy="0"/>
        </a:xfrm>
      </p:grpSpPr>
      <p:sp>
        <p:nvSpPr>
          <p:cNvPr id="260" name="Google Shape;260;p38"/>
          <p:cNvSpPr/>
          <p:nvPr/>
        </p:nvSpPr>
        <p:spPr>
          <a:xfrm rot="10800000">
            <a:off x="10359958" y="1989767"/>
            <a:ext cx="865500" cy="8655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61" name="Google Shape;261;p38"/>
          <p:cNvSpPr/>
          <p:nvPr/>
        </p:nvSpPr>
        <p:spPr>
          <a:xfrm rot="10800000">
            <a:off x="10508758" y="1989600"/>
            <a:ext cx="716700" cy="7167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sp>
        <p:nvSpPr>
          <p:cNvPr id="262" name="Google Shape;262;p38"/>
          <p:cNvSpPr/>
          <p:nvPr/>
        </p:nvSpPr>
        <p:spPr>
          <a:xfrm rot="10800000">
            <a:off x="10653025" y="1989633"/>
            <a:ext cx="571800" cy="572100"/>
          </a:xfrm>
          <a:prstGeom prst="arc">
            <a:avLst>
              <a:gd fmla="val 16200000" name="adj1"/>
              <a:gd fmla="val 0" name="adj2"/>
            </a:avLst>
          </a:prstGeom>
          <a:noFill/>
          <a:ln cap="flat" cmpd="sng" w="9525">
            <a:solidFill>
              <a:schemeClr val="dk2"/>
            </a:solidFill>
            <a:prstDash val="solid"/>
            <a:round/>
            <a:headEnd len="sm" w="sm" type="none"/>
            <a:tailEnd len="sm" w="sm" type="none"/>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sz="1900"/>
          </a:p>
        </p:txBody>
      </p:sp>
      <p:cxnSp>
        <p:nvCxnSpPr>
          <p:cNvPr id="263" name="Google Shape;263;p38"/>
          <p:cNvCxnSpPr>
            <a:stCxn id="262" idx="2"/>
          </p:cNvCxnSpPr>
          <p:nvPr/>
        </p:nvCxnSpPr>
        <p:spPr>
          <a:xfrm rot="10800000">
            <a:off x="10653025" y="1981383"/>
            <a:ext cx="0" cy="294300"/>
          </a:xfrm>
          <a:prstGeom prst="straightConnector1">
            <a:avLst/>
          </a:prstGeom>
          <a:noFill/>
          <a:ln cap="flat" cmpd="sng" w="9525">
            <a:solidFill>
              <a:schemeClr val="dk2"/>
            </a:solidFill>
            <a:prstDash val="solid"/>
            <a:round/>
            <a:headEnd len="med" w="med" type="none"/>
            <a:tailEnd len="med" w="med" type="none"/>
          </a:ln>
        </p:spPr>
      </p:cxnSp>
      <p:cxnSp>
        <p:nvCxnSpPr>
          <p:cNvPr id="264" name="Google Shape;264;p38"/>
          <p:cNvCxnSpPr>
            <a:stCxn id="260" idx="2"/>
          </p:cNvCxnSpPr>
          <p:nvPr/>
        </p:nvCxnSpPr>
        <p:spPr>
          <a:xfrm rot="10800000">
            <a:off x="10359958" y="1983617"/>
            <a:ext cx="0" cy="438900"/>
          </a:xfrm>
          <a:prstGeom prst="straightConnector1">
            <a:avLst/>
          </a:prstGeom>
          <a:noFill/>
          <a:ln cap="flat" cmpd="sng" w="9525">
            <a:solidFill>
              <a:schemeClr val="dk2"/>
            </a:solidFill>
            <a:prstDash val="solid"/>
            <a:round/>
            <a:headEnd len="med" w="med" type="none"/>
            <a:tailEnd len="med" w="med" type="none"/>
          </a:ln>
        </p:spPr>
      </p:cxnSp>
      <p:cxnSp>
        <p:nvCxnSpPr>
          <p:cNvPr id="265" name="Google Shape;265;p38"/>
          <p:cNvCxnSpPr>
            <a:stCxn id="261" idx="2"/>
          </p:cNvCxnSpPr>
          <p:nvPr/>
        </p:nvCxnSpPr>
        <p:spPr>
          <a:xfrm rot="10800000">
            <a:off x="10508758" y="1983450"/>
            <a:ext cx="0" cy="364500"/>
          </a:xfrm>
          <a:prstGeom prst="straightConnector1">
            <a:avLst/>
          </a:prstGeom>
          <a:noFill/>
          <a:ln cap="flat" cmpd="sng" w="9525">
            <a:solidFill>
              <a:schemeClr val="dk2"/>
            </a:solidFill>
            <a:prstDash val="solid"/>
            <a:round/>
            <a:headEnd len="med" w="med" type="none"/>
            <a:tailEnd len="med" w="med" type="none"/>
          </a:ln>
        </p:spPr>
      </p:cxnSp>
      <p:cxnSp>
        <p:nvCxnSpPr>
          <p:cNvPr id="266" name="Google Shape;266;p38"/>
          <p:cNvCxnSpPr>
            <a:stCxn id="262" idx="0"/>
          </p:cNvCxnSpPr>
          <p:nvPr/>
        </p:nvCxnSpPr>
        <p:spPr>
          <a:xfrm>
            <a:off x="10938925" y="2561733"/>
            <a:ext cx="325800" cy="0"/>
          </a:xfrm>
          <a:prstGeom prst="straightConnector1">
            <a:avLst/>
          </a:prstGeom>
          <a:noFill/>
          <a:ln cap="flat" cmpd="sng" w="9525">
            <a:solidFill>
              <a:schemeClr val="dk2"/>
            </a:solidFill>
            <a:prstDash val="solid"/>
            <a:round/>
            <a:headEnd len="med" w="med" type="none"/>
            <a:tailEnd len="med" w="med" type="none"/>
          </a:ln>
        </p:spPr>
      </p:cxnSp>
      <p:cxnSp>
        <p:nvCxnSpPr>
          <p:cNvPr id="267" name="Google Shape;267;p38"/>
          <p:cNvCxnSpPr>
            <a:stCxn id="261" idx="0"/>
          </p:cNvCxnSpPr>
          <p:nvPr/>
        </p:nvCxnSpPr>
        <p:spPr>
          <a:xfrm>
            <a:off x="10867108" y="2706300"/>
            <a:ext cx="475500" cy="0"/>
          </a:xfrm>
          <a:prstGeom prst="straightConnector1">
            <a:avLst/>
          </a:prstGeom>
          <a:noFill/>
          <a:ln cap="flat" cmpd="sng" w="9525">
            <a:solidFill>
              <a:schemeClr val="dk2"/>
            </a:solidFill>
            <a:prstDash val="solid"/>
            <a:round/>
            <a:headEnd len="med" w="med" type="none"/>
            <a:tailEnd len="med" w="med" type="none"/>
          </a:ln>
        </p:spPr>
      </p:cxnSp>
      <p:cxnSp>
        <p:nvCxnSpPr>
          <p:cNvPr id="268" name="Google Shape;268;p38"/>
          <p:cNvCxnSpPr>
            <a:stCxn id="260" idx="0"/>
          </p:cNvCxnSpPr>
          <p:nvPr/>
        </p:nvCxnSpPr>
        <p:spPr>
          <a:xfrm>
            <a:off x="10792708" y="2855267"/>
            <a:ext cx="456600" cy="0"/>
          </a:xfrm>
          <a:prstGeom prst="straightConnector1">
            <a:avLst/>
          </a:prstGeom>
          <a:noFill/>
          <a:ln cap="flat" cmpd="sng" w="9525">
            <a:solidFill>
              <a:schemeClr val="dk2"/>
            </a:solidFill>
            <a:prstDash val="solid"/>
            <a:round/>
            <a:headEnd len="med" w="med" type="none"/>
            <a:tailEnd len="med" w="med" type="none"/>
          </a:ln>
        </p:spPr>
      </p:cxnSp>
      <p:sp>
        <p:nvSpPr>
          <p:cNvPr id="269" name="Google Shape;269;p38"/>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70" name="Google Shape;270;p38"/>
          <p:cNvSpPr/>
          <p:nvPr/>
        </p:nvSpPr>
        <p:spPr>
          <a:xfrm>
            <a:off x="10250102" y="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1" name="Google Shape;271;p38"/>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72" name="Google Shape;272;p38"/>
          <p:cNvSpPr/>
          <p:nvPr/>
        </p:nvSpPr>
        <p:spPr>
          <a:xfrm>
            <a:off x="10205213" y="42588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3" name="Google Shape;273;p38"/>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4" name="Google Shape;274;p38"/>
          <p:cNvSpPr/>
          <p:nvPr/>
        </p:nvSpPr>
        <p:spPr>
          <a:xfrm>
            <a:off x="11225458" y="1989733"/>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5" name="Google Shape;275;p38"/>
          <p:cNvSpPr/>
          <p:nvPr/>
        </p:nvSpPr>
        <p:spPr>
          <a:xfrm rot="-5400000">
            <a:off x="11216810" y="1989650"/>
            <a:ext cx="977700" cy="977400"/>
          </a:xfrm>
          <a:prstGeom prst="rtTriangle">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6" name="Google Shape;276;p38"/>
          <p:cNvSpPr/>
          <p:nvPr/>
        </p:nvSpPr>
        <p:spPr>
          <a:xfrm>
            <a:off x="9724133" y="5767200"/>
            <a:ext cx="481200" cy="481200"/>
          </a:xfrm>
          <a:prstGeom prst="rect">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7" name="Google Shape;277;p38"/>
          <p:cNvSpPr/>
          <p:nvPr/>
        </p:nvSpPr>
        <p:spPr>
          <a:xfrm>
            <a:off x="8868881" y="494400"/>
            <a:ext cx="481200" cy="481200"/>
          </a:xfrm>
          <a:prstGeom prst="ellipse">
            <a:avLst/>
          </a:prstGeom>
          <a:solidFill>
            <a:srgbClr val="FF5F46"/>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78" name="Google Shape;278;p38"/>
          <p:cNvSpPr/>
          <p:nvPr/>
        </p:nvSpPr>
        <p:spPr>
          <a:xfrm>
            <a:off x="10199848" y="42588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F - Artistic Divider Dark 3">
  <p:cSld name="OBJECT_2_1_1_2_1_1_1_1_1_1_1_1_1_1">
    <p:bg>
      <p:bgPr>
        <a:solidFill>
          <a:schemeClr val="dk1"/>
        </a:solidFill>
      </p:bgPr>
    </p:bg>
    <p:spTree>
      <p:nvGrpSpPr>
        <p:cNvPr id="279" name="Shape 279"/>
        <p:cNvGrpSpPr/>
        <p:nvPr/>
      </p:nvGrpSpPr>
      <p:grpSpPr>
        <a:xfrm>
          <a:off x="0" y="0"/>
          <a:ext cx="0" cy="0"/>
          <a:chOff x="0" y="0"/>
          <a:chExt cx="0" cy="0"/>
        </a:xfrm>
      </p:grpSpPr>
      <p:sp>
        <p:nvSpPr>
          <p:cNvPr id="280" name="Google Shape;280;p39"/>
          <p:cNvSpPr txBox="1"/>
          <p:nvPr>
            <p:ph type="title"/>
          </p:nvPr>
        </p:nvSpPr>
        <p:spPr>
          <a:xfrm>
            <a:off x="749246" y="535633"/>
            <a:ext cx="8878200" cy="5712900"/>
          </a:xfrm>
          <a:prstGeom prst="rect">
            <a:avLst/>
          </a:prstGeom>
          <a:noFill/>
          <a:ln>
            <a:noFill/>
          </a:ln>
        </p:spPr>
        <p:txBody>
          <a:bodyPr anchorCtr="0" anchor="ctr" bIns="0" lIns="0" spcFirstLastPara="1" rIns="0" wrap="square" tIns="0">
            <a:noAutofit/>
          </a:bodyPr>
          <a:lstStyle>
            <a:lvl1pPr lvl="0" marR="0" rtl="0">
              <a:lnSpc>
                <a:spcPct val="100000"/>
              </a:lnSpc>
              <a:spcBef>
                <a:spcPts val="0"/>
              </a:spcBef>
              <a:spcAft>
                <a:spcPts val="0"/>
              </a:spcAft>
              <a:buClr>
                <a:schemeClr val="lt1"/>
              </a:buClr>
              <a:buSzPts val="6400"/>
              <a:buFont typeface="DM Sans Medium"/>
              <a:buNone/>
              <a:defRPr i="0" sz="6400" u="none" cap="none" strike="noStrike">
                <a:solidFill>
                  <a:schemeClr val="lt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281" name="Google Shape;281;p39"/>
          <p:cNvSpPr/>
          <p:nvPr/>
        </p:nvSpPr>
        <p:spPr>
          <a:xfrm>
            <a:off x="10220276" y="1989600"/>
            <a:ext cx="975300" cy="975600"/>
          </a:xfrm>
          <a:prstGeom prst="rect">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2" name="Google Shape;282;p39"/>
          <p:cNvSpPr/>
          <p:nvPr/>
        </p:nvSpPr>
        <p:spPr>
          <a:xfrm>
            <a:off x="11213594" y="2965200"/>
            <a:ext cx="980700" cy="1989600"/>
          </a:xfrm>
          <a:prstGeom prst="rect">
            <a:avLst/>
          </a:prstGeom>
          <a:solidFill>
            <a:srgbClr val="FF362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3" name="Google Shape;283;p39"/>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4" name="Google Shape;284;p39"/>
          <p:cNvSpPr/>
          <p:nvPr/>
        </p:nvSpPr>
        <p:spPr>
          <a:xfrm rot="10800000">
            <a:off x="10202633" y="2965200"/>
            <a:ext cx="1989000" cy="1989600"/>
          </a:xfrm>
          <a:prstGeom prst="ellipse">
            <a:avLst/>
          </a:prstGeom>
          <a:solidFill>
            <a:schemeClr val="dk2"/>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5" name="Google Shape;285;p39"/>
          <p:cNvSpPr/>
          <p:nvPr/>
        </p:nvSpPr>
        <p:spPr>
          <a:xfrm rot="-5400000">
            <a:off x="10204913" y="300"/>
            <a:ext cx="1989600" cy="19890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6" name="Google Shape;286;p39"/>
          <p:cNvSpPr/>
          <p:nvPr/>
        </p:nvSpPr>
        <p:spPr>
          <a:xfrm rot="-5400000">
            <a:off x="8287565" y="33"/>
            <a:ext cx="480300" cy="480300"/>
          </a:xfrm>
          <a:prstGeom prst="rtTriangle">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rPr lang="en" sz="1900"/>
              <a:t>   </a:t>
            </a:r>
            <a:endParaRPr sz="1900"/>
          </a:p>
        </p:txBody>
      </p:sp>
      <p:sp>
        <p:nvSpPr>
          <p:cNvPr id="287" name="Google Shape;287;p39"/>
          <p:cNvSpPr/>
          <p:nvPr/>
        </p:nvSpPr>
        <p:spPr>
          <a:xfrm>
            <a:off x="11707870" y="5767200"/>
            <a:ext cx="481200" cy="481200"/>
          </a:xfrm>
          <a:prstGeom prst="rect">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8" name="Google Shape;288;p39"/>
          <p:cNvSpPr/>
          <p:nvPr/>
        </p:nvSpPr>
        <p:spPr>
          <a:xfrm>
            <a:off x="9724133" y="535633"/>
            <a:ext cx="481200" cy="481200"/>
          </a:xfrm>
          <a:prstGeom prst="ellipse">
            <a:avLst/>
          </a:prstGeom>
          <a:solidFill>
            <a:schemeClr val="accent1"/>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89" name="Google Shape;289;p39"/>
          <p:cNvSpPr/>
          <p:nvPr/>
        </p:nvSpPr>
        <p:spPr>
          <a:xfrm rot="10800000">
            <a:off x="10202633" y="2965200"/>
            <a:ext cx="1989000" cy="19896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sp>
        <p:nvSpPr>
          <p:cNvPr id="290" name="Google Shape;290;p39"/>
          <p:cNvSpPr/>
          <p:nvPr/>
        </p:nvSpPr>
        <p:spPr>
          <a:xfrm rot="-5400000">
            <a:off x="10202230" y="2965500"/>
            <a:ext cx="1989600" cy="1989000"/>
          </a:xfrm>
          <a:prstGeom prst="arc">
            <a:avLst>
              <a:gd fmla="val 16200000" name="adj1"/>
              <a:gd fmla="val 0" name="adj2"/>
            </a:avLst>
          </a:prstGeom>
          <a:solidFill>
            <a:srgbClr val="143D4A"/>
          </a:solidFill>
          <a:ln>
            <a:noFill/>
          </a:ln>
        </p:spPr>
        <p:txBody>
          <a:bodyPr anchorCtr="0" anchor="ctr" bIns="121875" lIns="121875" spcFirstLastPara="1" rIns="121875" wrap="square" tIns="121875">
            <a:noAutofit/>
          </a:bodyPr>
          <a:lstStyle/>
          <a:p>
            <a:pPr indent="0" lvl="0" marL="0" rtl="0" algn="l">
              <a:spcBef>
                <a:spcPts val="0"/>
              </a:spcBef>
              <a:spcAft>
                <a:spcPts val="0"/>
              </a:spcAft>
              <a:buNone/>
            </a:pPr>
            <a:r>
              <a:t/>
            </a:r>
            <a:endParaRPr/>
          </a:p>
        </p:txBody>
      </p:sp>
      <p:cxnSp>
        <p:nvCxnSpPr>
          <p:cNvPr id="291" name="Google Shape;291;p39"/>
          <p:cNvCxnSpPr/>
          <p:nvPr/>
        </p:nvCxnSpPr>
        <p:spPr>
          <a:xfrm>
            <a:off x="11372088"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39"/>
          <p:cNvCxnSpPr/>
          <p:nvPr/>
        </p:nvCxnSpPr>
        <p:spPr>
          <a:xfrm>
            <a:off x="11537980"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39"/>
          <p:cNvCxnSpPr/>
          <p:nvPr/>
        </p:nvCxnSpPr>
        <p:spPr>
          <a:xfrm>
            <a:off x="11703871"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39"/>
          <p:cNvCxnSpPr/>
          <p:nvPr/>
        </p:nvCxnSpPr>
        <p:spPr>
          <a:xfrm>
            <a:off x="11869763" y="1986300"/>
            <a:ext cx="0" cy="975600"/>
          </a:xfrm>
          <a:prstGeom prst="straightConnector1">
            <a:avLst/>
          </a:prstGeom>
          <a:noFill/>
          <a:ln cap="flat" cmpd="sng" w="9525">
            <a:solidFill>
              <a:schemeClr val="dk2"/>
            </a:solidFill>
            <a:prstDash val="solid"/>
            <a:round/>
            <a:headEnd len="med" w="med" type="none"/>
            <a:tailEnd len="med" w="med" type="none"/>
          </a:ln>
        </p:spPr>
      </p:cxnSp>
      <p:cxnSp>
        <p:nvCxnSpPr>
          <p:cNvPr id="295" name="Google Shape;295;p39"/>
          <p:cNvCxnSpPr/>
          <p:nvPr/>
        </p:nvCxnSpPr>
        <p:spPr>
          <a:xfrm>
            <a:off x="12035655" y="1986300"/>
            <a:ext cx="0" cy="9756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Light">
  <p:cSld name="OBJECT_2_1_1_2_1_1_1_2">
    <p:spTree>
      <p:nvGrpSpPr>
        <p:cNvPr id="296" name="Shape 296"/>
        <p:cNvGrpSpPr/>
        <p:nvPr/>
      </p:nvGrpSpPr>
      <p:grpSpPr>
        <a:xfrm>
          <a:off x="0" y="0"/>
          <a:ext cx="0" cy="0"/>
          <a:chOff x="0" y="0"/>
          <a:chExt cx="0" cy="0"/>
        </a:xfrm>
      </p:grpSpPr>
      <p:pic>
        <p:nvPicPr>
          <p:cNvPr id="297" name="Google Shape;297;p40"/>
          <p:cNvPicPr preferRelativeResize="0"/>
          <p:nvPr/>
        </p:nvPicPr>
        <p:blipFill rotWithShape="1">
          <a:blip r:embed="rId2">
            <a:alphaModFix/>
          </a:blip>
          <a:srcRect b="0" l="0" r="0" t="0"/>
          <a:stretch/>
        </p:blipFill>
        <p:spPr>
          <a:xfrm>
            <a:off x="3021211" y="2819733"/>
            <a:ext cx="6146561" cy="974266"/>
          </a:xfrm>
          <a:prstGeom prst="rect">
            <a:avLst/>
          </a:prstGeom>
          <a:noFill/>
          <a:ln>
            <a:noFill/>
          </a:ln>
        </p:spPr>
      </p:pic>
      <p:sp>
        <p:nvSpPr>
          <p:cNvPr id="298" name="Google Shape;298;p40"/>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Dark">
  <p:cSld name="OBJECT_2_1_1_2_1_1_1_1_2">
    <p:bg>
      <p:bgPr>
        <a:solidFill>
          <a:schemeClr val="dk1"/>
        </a:solidFill>
      </p:bgPr>
    </p:bg>
    <p:spTree>
      <p:nvGrpSpPr>
        <p:cNvPr id="299" name="Shape 299"/>
        <p:cNvGrpSpPr/>
        <p:nvPr/>
      </p:nvGrpSpPr>
      <p:grpSpPr>
        <a:xfrm>
          <a:off x="0" y="0"/>
          <a:ext cx="0" cy="0"/>
          <a:chOff x="0" y="0"/>
          <a:chExt cx="0" cy="0"/>
        </a:xfrm>
      </p:grpSpPr>
      <p:pic>
        <p:nvPicPr>
          <p:cNvPr id="300" name="Google Shape;300;p41"/>
          <p:cNvPicPr preferRelativeResize="0"/>
          <p:nvPr/>
        </p:nvPicPr>
        <p:blipFill>
          <a:blip r:embed="rId2">
            <a:alphaModFix/>
          </a:blip>
          <a:stretch>
            <a:fillRect/>
          </a:stretch>
        </p:blipFill>
        <p:spPr>
          <a:xfrm>
            <a:off x="3021195" y="2819748"/>
            <a:ext cx="6146563" cy="977790"/>
          </a:xfrm>
          <a:prstGeom prst="rect">
            <a:avLst/>
          </a:prstGeom>
          <a:noFill/>
          <a:ln>
            <a:noFill/>
          </a:ln>
        </p:spPr>
      </p:pic>
      <p:sp>
        <p:nvSpPr>
          <p:cNvPr id="301" name="Google Shape;301;p41"/>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Public">
  <p:cSld name="1_3 Title Slide B - Light_1">
    <p:spTree>
      <p:nvGrpSpPr>
        <p:cNvPr id="308" name="Shape 308"/>
        <p:cNvGrpSpPr/>
        <p:nvPr/>
      </p:nvGrpSpPr>
      <p:grpSpPr>
        <a:xfrm>
          <a:off x="0" y="0"/>
          <a:ext cx="0" cy="0"/>
          <a:chOff x="0" y="0"/>
          <a:chExt cx="0" cy="0"/>
        </a:xfrm>
      </p:grpSpPr>
      <p:pic>
        <p:nvPicPr>
          <p:cNvPr id="309" name="Google Shape;309;p43"/>
          <p:cNvPicPr preferRelativeResize="0"/>
          <p:nvPr/>
        </p:nvPicPr>
        <p:blipFill>
          <a:blip r:embed="rId2">
            <a:alphaModFix/>
          </a:blip>
          <a:stretch>
            <a:fillRect/>
          </a:stretch>
        </p:blipFill>
        <p:spPr>
          <a:xfrm>
            <a:off x="-1" y="0"/>
            <a:ext cx="12188948" cy="6856292"/>
          </a:xfrm>
          <a:prstGeom prst="rect">
            <a:avLst/>
          </a:prstGeom>
          <a:noFill/>
          <a:ln>
            <a:noFill/>
          </a:ln>
        </p:spPr>
      </p:pic>
      <p:sp>
        <p:nvSpPr>
          <p:cNvPr id="310" name="Google Shape;310;p43"/>
          <p:cNvSpPr txBox="1"/>
          <p:nvPr>
            <p:ph type="ctrTitle"/>
          </p:nvPr>
        </p:nvSpPr>
        <p:spPr>
          <a:xfrm>
            <a:off x="761808" y="11869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11" name="Google Shape;311;p43"/>
          <p:cNvSpPr txBox="1"/>
          <p:nvPr>
            <p:ph idx="1" type="subTitle"/>
          </p:nvPr>
        </p:nvSpPr>
        <p:spPr>
          <a:xfrm>
            <a:off x="761817" y="3835400"/>
            <a:ext cx="6170100" cy="1224300"/>
          </a:xfrm>
          <a:prstGeom prst="rect">
            <a:avLst/>
          </a:prstGeom>
          <a:noFill/>
          <a:ln>
            <a:noFill/>
          </a:ln>
        </p:spPr>
        <p:txBody>
          <a:bodyPr anchorCtr="0" anchor="t" bIns="0" lIns="91425" spcFirstLastPara="1" rIns="0" wrap="square" tIns="0">
            <a:noAutofit/>
          </a:bodyPr>
          <a:lstStyle>
            <a:lvl1pPr lvl="0" rtl="0" algn="l">
              <a:lnSpc>
                <a:spcPct val="100000"/>
              </a:lnSpc>
              <a:spcBef>
                <a:spcPts val="0"/>
              </a:spcBef>
              <a:spcAft>
                <a:spcPts val="0"/>
              </a:spcAft>
              <a:buSzPts val="1500"/>
              <a:buNone/>
              <a:defRPr sz="32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cxnSp>
        <p:nvCxnSpPr>
          <p:cNvPr id="312" name="Google Shape;312;p43"/>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13" name="Google Shape;313;p43"/>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14" name="Google Shape;314;p43"/>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15" name="Google Shape;315;p43"/>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16" name="Google Shape;316;p43"/>
          <p:cNvSpPr txBox="1"/>
          <p:nvPr>
            <p:ph idx="2"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Healthcare">
  <p:cSld name="1_3 Title Slide B - Light_1_3">
    <p:spTree>
      <p:nvGrpSpPr>
        <p:cNvPr id="317" name="Shape 317"/>
        <p:cNvGrpSpPr/>
        <p:nvPr/>
      </p:nvGrpSpPr>
      <p:grpSpPr>
        <a:xfrm>
          <a:off x="0" y="0"/>
          <a:ext cx="0" cy="0"/>
          <a:chOff x="0" y="0"/>
          <a:chExt cx="0" cy="0"/>
        </a:xfrm>
      </p:grpSpPr>
      <p:pic>
        <p:nvPicPr>
          <p:cNvPr id="318" name="Google Shape;318;p44"/>
          <p:cNvPicPr preferRelativeResize="0"/>
          <p:nvPr/>
        </p:nvPicPr>
        <p:blipFill>
          <a:blip r:embed="rId2">
            <a:alphaModFix/>
          </a:blip>
          <a:stretch>
            <a:fillRect/>
          </a:stretch>
        </p:blipFill>
        <p:spPr>
          <a:xfrm>
            <a:off x="0" y="0"/>
            <a:ext cx="12188948" cy="6856284"/>
          </a:xfrm>
          <a:prstGeom prst="rect">
            <a:avLst/>
          </a:prstGeom>
          <a:noFill/>
          <a:ln>
            <a:noFill/>
          </a:ln>
        </p:spPr>
      </p:pic>
      <p:sp>
        <p:nvSpPr>
          <p:cNvPr id="319" name="Google Shape;319;p44"/>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cxnSp>
        <p:nvCxnSpPr>
          <p:cNvPr id="320" name="Google Shape;320;p44"/>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21" name="Google Shape;321;p44"/>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22" name="Google Shape;322;p44"/>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23" name="Google Shape;323;p44"/>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24" name="Google Shape;324;p44"/>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Retail">
  <p:cSld name="1_3 Title Slide B - Light_1_3_1">
    <p:spTree>
      <p:nvGrpSpPr>
        <p:cNvPr id="325" name="Shape 325"/>
        <p:cNvGrpSpPr/>
        <p:nvPr/>
      </p:nvGrpSpPr>
      <p:grpSpPr>
        <a:xfrm>
          <a:off x="0" y="0"/>
          <a:ext cx="0" cy="0"/>
          <a:chOff x="0" y="0"/>
          <a:chExt cx="0" cy="0"/>
        </a:xfrm>
      </p:grpSpPr>
      <p:pic>
        <p:nvPicPr>
          <p:cNvPr id="326" name="Google Shape;326;p45"/>
          <p:cNvPicPr preferRelativeResize="0"/>
          <p:nvPr/>
        </p:nvPicPr>
        <p:blipFill>
          <a:blip r:embed="rId2">
            <a:alphaModFix/>
          </a:blip>
          <a:stretch>
            <a:fillRect/>
          </a:stretch>
        </p:blipFill>
        <p:spPr>
          <a:xfrm>
            <a:off x="-1" y="0"/>
            <a:ext cx="12188948" cy="6856292"/>
          </a:xfrm>
          <a:prstGeom prst="rect">
            <a:avLst/>
          </a:prstGeom>
          <a:noFill/>
          <a:ln>
            <a:noFill/>
          </a:ln>
        </p:spPr>
      </p:pic>
      <p:cxnSp>
        <p:nvCxnSpPr>
          <p:cNvPr id="327" name="Google Shape;327;p45"/>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28" name="Google Shape;328;p45"/>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29" name="Google Shape;329;p45"/>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30" name="Google Shape;330;p45"/>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31" name="Google Shape;331;p45"/>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32" name="Google Shape;332;p45"/>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Retail 1">
  <p:cSld name="1_3 Title Slide B - Light_1_3_1_2">
    <p:spTree>
      <p:nvGrpSpPr>
        <p:cNvPr id="333" name="Shape 333"/>
        <p:cNvGrpSpPr/>
        <p:nvPr/>
      </p:nvGrpSpPr>
      <p:grpSpPr>
        <a:xfrm>
          <a:off x="0" y="0"/>
          <a:ext cx="0" cy="0"/>
          <a:chOff x="0" y="0"/>
          <a:chExt cx="0" cy="0"/>
        </a:xfrm>
      </p:grpSpPr>
      <p:pic>
        <p:nvPicPr>
          <p:cNvPr id="334" name="Google Shape;334;p46"/>
          <p:cNvPicPr preferRelativeResize="0"/>
          <p:nvPr/>
        </p:nvPicPr>
        <p:blipFill>
          <a:blip r:embed="rId2">
            <a:alphaModFix/>
          </a:blip>
          <a:stretch>
            <a:fillRect/>
          </a:stretch>
        </p:blipFill>
        <p:spPr>
          <a:xfrm>
            <a:off x="-3038" y="0"/>
            <a:ext cx="12191985" cy="6858000"/>
          </a:xfrm>
          <a:prstGeom prst="rect">
            <a:avLst/>
          </a:prstGeom>
          <a:noFill/>
          <a:ln>
            <a:noFill/>
          </a:ln>
        </p:spPr>
      </p:pic>
      <p:cxnSp>
        <p:nvCxnSpPr>
          <p:cNvPr id="335" name="Google Shape;335;p46"/>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36" name="Google Shape;336;p46"/>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37" name="Google Shape;337;p46"/>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38" name="Google Shape;338;p46"/>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39" name="Google Shape;339;p46"/>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40" name="Google Shape;340;p46"/>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Retail 1 1">
  <p:cSld name="1_3 Title Slide B - Light_1_3_1_2_1">
    <p:spTree>
      <p:nvGrpSpPr>
        <p:cNvPr id="341" name="Shape 341"/>
        <p:cNvGrpSpPr/>
        <p:nvPr/>
      </p:nvGrpSpPr>
      <p:grpSpPr>
        <a:xfrm>
          <a:off x="0" y="0"/>
          <a:ext cx="0" cy="0"/>
          <a:chOff x="0" y="0"/>
          <a:chExt cx="0" cy="0"/>
        </a:xfrm>
      </p:grpSpPr>
      <p:pic>
        <p:nvPicPr>
          <p:cNvPr id="342" name="Google Shape;342;p47"/>
          <p:cNvPicPr preferRelativeResize="0"/>
          <p:nvPr/>
        </p:nvPicPr>
        <p:blipFill>
          <a:blip r:embed="rId2">
            <a:alphaModFix/>
          </a:blip>
          <a:stretch>
            <a:fillRect/>
          </a:stretch>
        </p:blipFill>
        <p:spPr>
          <a:xfrm>
            <a:off x="-1" y="0"/>
            <a:ext cx="12188948" cy="6856292"/>
          </a:xfrm>
          <a:prstGeom prst="rect">
            <a:avLst/>
          </a:prstGeom>
          <a:noFill/>
          <a:ln>
            <a:noFill/>
          </a:ln>
        </p:spPr>
      </p:pic>
      <p:cxnSp>
        <p:nvCxnSpPr>
          <p:cNvPr id="343" name="Google Shape;343;p47"/>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44" name="Google Shape;344;p47"/>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45" name="Google Shape;345;p47"/>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46" name="Google Shape;346;p47"/>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47" name="Google Shape;347;p47"/>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48" name="Google Shape;348;p47"/>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M&amp;E">
  <p:cSld name="1_3 Title Slide B - Light_1_3_1_1">
    <p:spTree>
      <p:nvGrpSpPr>
        <p:cNvPr id="349" name="Shape 349"/>
        <p:cNvGrpSpPr/>
        <p:nvPr/>
      </p:nvGrpSpPr>
      <p:grpSpPr>
        <a:xfrm>
          <a:off x="0" y="0"/>
          <a:ext cx="0" cy="0"/>
          <a:chOff x="0" y="0"/>
          <a:chExt cx="0" cy="0"/>
        </a:xfrm>
      </p:grpSpPr>
      <p:pic>
        <p:nvPicPr>
          <p:cNvPr id="350" name="Google Shape;350;p48"/>
          <p:cNvPicPr preferRelativeResize="0"/>
          <p:nvPr/>
        </p:nvPicPr>
        <p:blipFill>
          <a:blip r:embed="rId2">
            <a:alphaModFix/>
          </a:blip>
          <a:stretch>
            <a:fillRect/>
          </a:stretch>
        </p:blipFill>
        <p:spPr>
          <a:xfrm>
            <a:off x="-1" y="0"/>
            <a:ext cx="12188948" cy="6856292"/>
          </a:xfrm>
          <a:prstGeom prst="rect">
            <a:avLst/>
          </a:prstGeom>
          <a:noFill/>
          <a:ln>
            <a:noFill/>
          </a:ln>
        </p:spPr>
      </p:pic>
      <p:cxnSp>
        <p:nvCxnSpPr>
          <p:cNvPr id="351" name="Google Shape;351;p48"/>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52" name="Google Shape;352;p48"/>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53" name="Google Shape;353;p48"/>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54" name="Google Shape;354;p48"/>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55" name="Google Shape;355;p48"/>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56" name="Google Shape;356;p48"/>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Industry: M&amp;E 1">
  <p:cSld name="1_3 Title Slide B - Light_1_3_1_1_1">
    <p:spTree>
      <p:nvGrpSpPr>
        <p:cNvPr id="357" name="Shape 357"/>
        <p:cNvGrpSpPr/>
        <p:nvPr/>
      </p:nvGrpSpPr>
      <p:grpSpPr>
        <a:xfrm>
          <a:off x="0" y="0"/>
          <a:ext cx="0" cy="0"/>
          <a:chOff x="0" y="0"/>
          <a:chExt cx="0" cy="0"/>
        </a:xfrm>
      </p:grpSpPr>
      <p:pic>
        <p:nvPicPr>
          <p:cNvPr id="358" name="Google Shape;358;p49"/>
          <p:cNvPicPr preferRelativeResize="0"/>
          <p:nvPr/>
        </p:nvPicPr>
        <p:blipFill>
          <a:blip r:embed="rId2">
            <a:alphaModFix/>
          </a:blip>
          <a:stretch>
            <a:fillRect/>
          </a:stretch>
        </p:blipFill>
        <p:spPr>
          <a:xfrm>
            <a:off x="0" y="0"/>
            <a:ext cx="12185779" cy="6854498"/>
          </a:xfrm>
          <a:prstGeom prst="rect">
            <a:avLst/>
          </a:prstGeom>
          <a:noFill/>
          <a:ln>
            <a:noFill/>
          </a:ln>
        </p:spPr>
      </p:pic>
      <p:cxnSp>
        <p:nvCxnSpPr>
          <p:cNvPr id="359" name="Google Shape;359;p49"/>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60" name="Google Shape;360;p49"/>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61" name="Google Shape;361;p49"/>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62" name="Google Shape;362;p49"/>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63" name="Google Shape;363;p49"/>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64" name="Google Shape;364;p49"/>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1 2">
  <p:cSld name="1_3 Title Slide B - Light_1_2">
    <p:spTree>
      <p:nvGrpSpPr>
        <p:cNvPr id="365" name="Shape 365"/>
        <p:cNvGrpSpPr/>
        <p:nvPr/>
      </p:nvGrpSpPr>
      <p:grpSpPr>
        <a:xfrm>
          <a:off x="0" y="0"/>
          <a:ext cx="0" cy="0"/>
          <a:chOff x="0" y="0"/>
          <a:chExt cx="0" cy="0"/>
        </a:xfrm>
      </p:grpSpPr>
      <p:pic>
        <p:nvPicPr>
          <p:cNvPr id="366" name="Google Shape;366;p50"/>
          <p:cNvPicPr preferRelativeResize="0"/>
          <p:nvPr/>
        </p:nvPicPr>
        <p:blipFill>
          <a:blip r:embed="rId2">
            <a:alphaModFix/>
          </a:blip>
          <a:stretch>
            <a:fillRect/>
          </a:stretch>
        </p:blipFill>
        <p:spPr>
          <a:xfrm>
            <a:off x="0" y="0"/>
            <a:ext cx="12185779" cy="6854498"/>
          </a:xfrm>
          <a:prstGeom prst="rect">
            <a:avLst/>
          </a:prstGeom>
          <a:noFill/>
          <a:ln>
            <a:noFill/>
          </a:ln>
        </p:spPr>
      </p:pic>
      <p:cxnSp>
        <p:nvCxnSpPr>
          <p:cNvPr id="367" name="Google Shape;367;p50"/>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68" name="Google Shape;368;p50"/>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69" name="Google Shape;369;p50"/>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70" name="Google Shape;370;p50"/>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71" name="Google Shape;371;p50"/>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72" name="Google Shape;372;p50"/>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1 2 3">
  <p:cSld name="1_3 Title Slide B - Light_1_2_3">
    <p:spTree>
      <p:nvGrpSpPr>
        <p:cNvPr id="373" name="Shape 373"/>
        <p:cNvGrpSpPr/>
        <p:nvPr/>
      </p:nvGrpSpPr>
      <p:grpSpPr>
        <a:xfrm>
          <a:off x="0" y="0"/>
          <a:ext cx="0" cy="0"/>
          <a:chOff x="0" y="0"/>
          <a:chExt cx="0" cy="0"/>
        </a:xfrm>
      </p:grpSpPr>
      <p:cxnSp>
        <p:nvCxnSpPr>
          <p:cNvPr id="374" name="Google Shape;374;p51"/>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75" name="Google Shape;375;p51"/>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76" name="Google Shape;376;p51"/>
          <p:cNvPicPr preferRelativeResize="0"/>
          <p:nvPr/>
        </p:nvPicPr>
        <p:blipFill rotWithShape="1">
          <a:blip r:embed="rId2">
            <a:alphaModFix/>
          </a:blip>
          <a:srcRect b="0" l="0" r="0" t="0"/>
          <a:stretch/>
        </p:blipFill>
        <p:spPr>
          <a:xfrm>
            <a:off x="761818" y="609606"/>
            <a:ext cx="2557623" cy="406872"/>
          </a:xfrm>
          <a:prstGeom prst="rect">
            <a:avLst/>
          </a:prstGeom>
          <a:noFill/>
          <a:ln>
            <a:noFill/>
          </a:ln>
        </p:spPr>
      </p:pic>
      <p:sp>
        <p:nvSpPr>
          <p:cNvPr id="377" name="Google Shape;377;p51"/>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78" name="Google Shape;378;p51"/>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79" name="Google Shape;379;p51"/>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1 2 2">
  <p:cSld name="1_3 Title Slide B - Light_1_2_2">
    <p:spTree>
      <p:nvGrpSpPr>
        <p:cNvPr id="380" name="Shape 380"/>
        <p:cNvGrpSpPr/>
        <p:nvPr/>
      </p:nvGrpSpPr>
      <p:grpSpPr>
        <a:xfrm>
          <a:off x="0" y="0"/>
          <a:ext cx="0" cy="0"/>
          <a:chOff x="0" y="0"/>
          <a:chExt cx="0" cy="0"/>
        </a:xfrm>
      </p:grpSpPr>
      <p:pic>
        <p:nvPicPr>
          <p:cNvPr id="381" name="Google Shape;381;p52"/>
          <p:cNvPicPr preferRelativeResize="0"/>
          <p:nvPr/>
        </p:nvPicPr>
        <p:blipFill>
          <a:blip r:embed="rId2">
            <a:alphaModFix/>
          </a:blip>
          <a:stretch>
            <a:fillRect/>
          </a:stretch>
        </p:blipFill>
        <p:spPr>
          <a:xfrm>
            <a:off x="189652" y="107575"/>
            <a:ext cx="11996175" cy="6747837"/>
          </a:xfrm>
          <a:prstGeom prst="rect">
            <a:avLst/>
          </a:prstGeom>
          <a:noFill/>
          <a:ln>
            <a:noFill/>
          </a:ln>
        </p:spPr>
      </p:pic>
      <p:cxnSp>
        <p:nvCxnSpPr>
          <p:cNvPr id="382" name="Google Shape;382;p52"/>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83" name="Google Shape;383;p52"/>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
        <p:nvSpPr>
          <p:cNvPr id="384" name="Google Shape;384;p52"/>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385" name="Google Shape;385;p52"/>
          <p:cNvPicPr preferRelativeResize="0"/>
          <p:nvPr/>
        </p:nvPicPr>
        <p:blipFill rotWithShape="1">
          <a:blip r:embed="rId3">
            <a:alphaModFix/>
          </a:blip>
          <a:srcRect b="0" l="0" r="0" t="0"/>
          <a:stretch/>
        </p:blipFill>
        <p:spPr>
          <a:xfrm>
            <a:off x="761818" y="609606"/>
            <a:ext cx="2557623" cy="406872"/>
          </a:xfrm>
          <a:prstGeom prst="rect">
            <a:avLst/>
          </a:prstGeom>
          <a:noFill/>
          <a:ln>
            <a:noFill/>
          </a:ln>
        </p:spPr>
      </p:pic>
      <p:sp>
        <p:nvSpPr>
          <p:cNvPr id="386" name="Google Shape;386;p52"/>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
        <p:nvSpPr>
          <p:cNvPr id="387" name="Google Shape;387;p52"/>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Light 1 2 1">
  <p:cSld name="1_3 Title Slide B - Light_1_2_1">
    <p:spTree>
      <p:nvGrpSpPr>
        <p:cNvPr id="388" name="Shape 388"/>
        <p:cNvGrpSpPr/>
        <p:nvPr/>
      </p:nvGrpSpPr>
      <p:grpSpPr>
        <a:xfrm>
          <a:off x="0" y="0"/>
          <a:ext cx="0" cy="0"/>
          <a:chOff x="0" y="0"/>
          <a:chExt cx="0" cy="0"/>
        </a:xfrm>
      </p:grpSpPr>
      <p:pic>
        <p:nvPicPr>
          <p:cNvPr id="389" name="Google Shape;389;p53"/>
          <p:cNvPicPr preferRelativeResize="0"/>
          <p:nvPr/>
        </p:nvPicPr>
        <p:blipFill>
          <a:blip r:embed="rId2">
            <a:alphaModFix/>
          </a:blip>
          <a:stretch>
            <a:fillRect/>
          </a:stretch>
        </p:blipFill>
        <p:spPr>
          <a:xfrm>
            <a:off x="0" y="893"/>
            <a:ext cx="12185779" cy="6854501"/>
          </a:xfrm>
          <a:prstGeom prst="rect">
            <a:avLst/>
          </a:prstGeom>
          <a:noFill/>
          <a:ln>
            <a:noFill/>
          </a:ln>
        </p:spPr>
      </p:pic>
      <p:sp>
        <p:nvSpPr>
          <p:cNvPr id="390" name="Google Shape;390;p53"/>
          <p:cNvSpPr txBox="1"/>
          <p:nvPr>
            <p:ph type="ctrTitle"/>
          </p:nvPr>
        </p:nvSpPr>
        <p:spPr>
          <a:xfrm>
            <a:off x="609606" y="2292200"/>
            <a:ext cx="43356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91" name="Google Shape;391;p53"/>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92" name="Google Shape;392;p53"/>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Title Slide B - Dark">
  <p:cSld name="1_3 Title Slide B - Light_1_1">
    <p:spTree>
      <p:nvGrpSpPr>
        <p:cNvPr id="393" name="Shape 393"/>
        <p:cNvGrpSpPr/>
        <p:nvPr/>
      </p:nvGrpSpPr>
      <p:grpSpPr>
        <a:xfrm>
          <a:off x="0" y="0"/>
          <a:ext cx="0" cy="0"/>
          <a:chOff x="0" y="0"/>
          <a:chExt cx="0" cy="0"/>
        </a:xfrm>
      </p:grpSpPr>
      <p:sp>
        <p:nvSpPr>
          <p:cNvPr id="394" name="Google Shape;394;p54"/>
          <p:cNvSpPr/>
          <p:nvPr/>
        </p:nvSpPr>
        <p:spPr>
          <a:xfrm>
            <a:off x="6943374" y="-2"/>
            <a:ext cx="2167765" cy="6858001"/>
          </a:xfrm>
          <a:custGeom>
            <a:rect b="b" l="l" r="r" t="t"/>
            <a:pathLst>
              <a:path extrusionOk="0" h="6858001" w="2167765">
                <a:moveTo>
                  <a:pt x="0" y="0"/>
                </a:moveTo>
                <a:lnTo>
                  <a:pt x="2167765" y="0"/>
                </a:lnTo>
                <a:lnTo>
                  <a:pt x="209115" y="3436943"/>
                </a:lnTo>
                <a:lnTo>
                  <a:pt x="2158713" y="6858001"/>
                </a:lnTo>
                <a:lnTo>
                  <a:pt x="0" y="6858001"/>
                </a:lnTo>
                <a:lnTo>
                  <a:pt x="0" y="0"/>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500" u="none" cap="none" strike="noStrike">
              <a:solidFill>
                <a:schemeClr val="lt1"/>
              </a:solidFill>
              <a:latin typeface="Arial"/>
              <a:ea typeface="Arial"/>
              <a:cs typeface="Arial"/>
              <a:sym typeface="Arial"/>
            </a:endParaRPr>
          </a:p>
        </p:txBody>
      </p:sp>
      <p:sp>
        <p:nvSpPr>
          <p:cNvPr id="395" name="Google Shape;395;p54"/>
          <p:cNvSpPr txBox="1"/>
          <p:nvPr>
            <p:ph type="ctrTitle"/>
          </p:nvPr>
        </p:nvSpPr>
        <p:spPr>
          <a:xfrm>
            <a:off x="761808" y="11869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96" name="Google Shape;396;p54"/>
          <p:cNvSpPr txBox="1"/>
          <p:nvPr>
            <p:ph idx="1" type="subTitle"/>
          </p:nvPr>
        </p:nvSpPr>
        <p:spPr>
          <a:xfrm>
            <a:off x="761817" y="3835400"/>
            <a:ext cx="6170100" cy="1224300"/>
          </a:xfrm>
          <a:prstGeom prst="rect">
            <a:avLst/>
          </a:prstGeom>
          <a:noFill/>
          <a:ln>
            <a:noFill/>
          </a:ln>
        </p:spPr>
        <p:txBody>
          <a:bodyPr anchorCtr="0" anchor="t" bIns="0" lIns="91425" spcFirstLastPara="1" rIns="0" wrap="square" tIns="0">
            <a:noAutofit/>
          </a:bodyPr>
          <a:lstStyle>
            <a:lvl1pPr lvl="0" rtl="0" algn="l">
              <a:lnSpc>
                <a:spcPct val="100000"/>
              </a:lnSpc>
              <a:spcBef>
                <a:spcPts val="0"/>
              </a:spcBef>
              <a:spcAft>
                <a:spcPts val="0"/>
              </a:spcAft>
              <a:buSzPts val="1500"/>
              <a:buNone/>
              <a:defRPr sz="32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cxnSp>
        <p:nvCxnSpPr>
          <p:cNvPr id="397" name="Google Shape;397;p54"/>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398" name="Google Shape;398;p54"/>
          <p:cNvSpPr txBox="1"/>
          <p:nvPr>
            <p:ph idx="2" type="subTitle"/>
          </p:nvPr>
        </p:nvSpPr>
        <p:spPr>
          <a:xfrm>
            <a:off x="761817" y="5756000"/>
            <a:ext cx="5262300" cy="492300"/>
          </a:xfrm>
          <a:prstGeom prst="rect">
            <a:avLst/>
          </a:prstGeom>
          <a:noFill/>
          <a:ln>
            <a:noFill/>
          </a:ln>
        </p:spPr>
        <p:txBody>
          <a:bodyPr anchorCtr="0" anchor="t" bIns="0" lIns="91425"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
        <p:nvSpPr>
          <p:cNvPr id="399" name="Google Shape;399;p54"/>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400" name="Google Shape;400;p54"/>
          <p:cNvPicPr preferRelativeResize="0"/>
          <p:nvPr/>
        </p:nvPicPr>
        <p:blipFill rotWithShape="1">
          <a:blip r:embed="rId2">
            <a:alphaModFix/>
          </a:blip>
          <a:srcRect b="0" l="0" r="0" t="0"/>
          <a:stretch/>
        </p:blipFill>
        <p:spPr>
          <a:xfrm>
            <a:off x="761818" y="609606"/>
            <a:ext cx="2557623" cy="406872"/>
          </a:xfrm>
          <a:prstGeom prst="rect">
            <a:avLst/>
          </a:prstGeom>
          <a:noFill/>
          <a:ln>
            <a:noFill/>
          </a:ln>
        </p:spPr>
      </p:pic>
      <p:sp>
        <p:nvSpPr>
          <p:cNvPr id="401" name="Google Shape;401;p54"/>
          <p:cNvSpPr txBox="1"/>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p:cSld name="7 Content A - Basic">
    <p:spTree>
      <p:nvGrpSpPr>
        <p:cNvPr id="402" name="Shape 402"/>
        <p:cNvGrpSpPr/>
        <p:nvPr/>
      </p:nvGrpSpPr>
      <p:grpSpPr>
        <a:xfrm>
          <a:off x="0" y="0"/>
          <a:ext cx="0" cy="0"/>
          <a:chOff x="0" y="0"/>
          <a:chExt cx="0" cy="0"/>
        </a:xfrm>
      </p:grpSpPr>
      <p:sp>
        <p:nvSpPr>
          <p:cNvPr id="403" name="Google Shape;403;p55"/>
          <p:cNvSpPr txBox="1"/>
          <p:nvPr>
            <p:ph idx="1" type="body"/>
          </p:nvPr>
        </p:nvSpPr>
        <p:spPr>
          <a:xfrm>
            <a:off x="761817"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dk2"/>
              </a:buClr>
              <a:buSzPts val="2400"/>
              <a:buFont typeface="DM Sans"/>
              <a:buChar char="•"/>
              <a:defRPr i="0" sz="2400" u="none" cap="none" strike="noStrike">
                <a:solidFill>
                  <a:schemeClr val="dk2"/>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lt1"/>
              </a:buClr>
              <a:buSzPts val="2000"/>
              <a:buFont typeface="DM Sans"/>
              <a:buChar char="•"/>
              <a:defRPr i="0" sz="20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sz="160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sz="160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sz="160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sz="1600" u="none" cap="none" strike="noStrike">
                <a:solidFill>
                  <a:schemeClr val="lt1"/>
                </a:solidFill>
                <a:latin typeface="DM Sans"/>
                <a:ea typeface="DM Sans"/>
                <a:cs typeface="DM Sans"/>
                <a:sym typeface="DM Sans"/>
              </a:defRPr>
            </a:lvl9pPr>
          </a:lstStyle>
          <a:p/>
        </p:txBody>
      </p:sp>
      <p:sp>
        <p:nvSpPr>
          <p:cNvPr id="404" name="Google Shape;404;p55"/>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5" name="Google Shape;405;p55"/>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5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406" name="Google Shape;406;p55"/>
          <p:cNvSpPr txBox="1"/>
          <p:nvPr>
            <p:ph idx="2" type="body"/>
          </p:nvPr>
        </p:nvSpPr>
        <p:spPr>
          <a:xfrm>
            <a:off x="748484" y="117232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dk2"/>
              </a:buClr>
              <a:buSzPts val="2400"/>
              <a:buNone/>
              <a:defRPr b="0">
                <a:solidFill>
                  <a:schemeClr val="dk2"/>
                </a:solidFill>
                <a:latin typeface="DM Sans Medium"/>
                <a:ea typeface="DM Sans Medium"/>
                <a:cs typeface="DM Sans Medium"/>
                <a:sym typeface="DM Sans Medium"/>
              </a:defRPr>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Content B - 2 Column">
  <p:cSld name="9 Content B - 2 Column">
    <p:spTree>
      <p:nvGrpSpPr>
        <p:cNvPr id="407" name="Shape 407"/>
        <p:cNvGrpSpPr/>
        <p:nvPr/>
      </p:nvGrpSpPr>
      <p:grpSpPr>
        <a:xfrm>
          <a:off x="0" y="0"/>
          <a:ext cx="0" cy="0"/>
          <a:chOff x="0" y="0"/>
          <a:chExt cx="0" cy="0"/>
        </a:xfrm>
      </p:grpSpPr>
      <p:sp>
        <p:nvSpPr>
          <p:cNvPr id="408" name="Google Shape;408;p56"/>
          <p:cNvSpPr txBox="1"/>
          <p:nvPr>
            <p:ph idx="1" type="body"/>
          </p:nvPr>
        </p:nvSpPr>
        <p:spPr>
          <a:xfrm>
            <a:off x="761806" y="2691875"/>
            <a:ext cx="52632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dk2"/>
              </a:buClr>
              <a:buSzPts val="2000"/>
              <a:buFont typeface="DM Sans"/>
              <a:buChar char="•"/>
              <a:defRPr i="0" sz="2000" u="none" cap="none" strike="noStrike">
                <a:solidFill>
                  <a:schemeClr val="dk2"/>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09" name="Google Shape;409;p56"/>
          <p:cNvSpPr txBox="1"/>
          <p:nvPr>
            <p:ph idx="2" type="subTitle"/>
          </p:nvPr>
        </p:nvSpPr>
        <p:spPr>
          <a:xfrm>
            <a:off x="795833" y="1970325"/>
            <a:ext cx="5228700" cy="6432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1"/>
              </a:buClr>
              <a:buSzPts val="2000"/>
              <a:buNone/>
              <a:defRPr b="1" sz="2000"/>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
        <p:nvSpPr>
          <p:cNvPr id="410" name="Google Shape;410;p56"/>
          <p:cNvSpPr txBox="1"/>
          <p:nvPr>
            <p:ph idx="3" type="subTitle"/>
          </p:nvPr>
        </p:nvSpPr>
        <p:spPr>
          <a:xfrm>
            <a:off x="6155740" y="1970325"/>
            <a:ext cx="5263200" cy="643200"/>
          </a:xfrm>
          <a:prstGeom prst="rect">
            <a:avLst/>
          </a:prstGeom>
          <a:noFill/>
          <a:ln>
            <a:noFill/>
          </a:ln>
        </p:spPr>
        <p:txBody>
          <a:bodyPr anchorCtr="0" anchor="t" bIns="0" lIns="0" spcFirstLastPara="1" rIns="0" wrap="square" tIns="0">
            <a:noAutofit/>
          </a:bodyPr>
          <a:lstStyle>
            <a:lvl1pPr lvl="0" rtl="0" algn="l">
              <a:lnSpc>
                <a:spcPct val="100000"/>
              </a:lnSpc>
              <a:spcBef>
                <a:spcPts val="1100"/>
              </a:spcBef>
              <a:spcAft>
                <a:spcPts val="0"/>
              </a:spcAft>
              <a:buClr>
                <a:schemeClr val="dk1"/>
              </a:buClr>
              <a:buSzPts val="2000"/>
              <a:buNone/>
              <a:defRPr b="1" sz="2000"/>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
        <p:nvSpPr>
          <p:cNvPr id="411" name="Google Shape;411;p56"/>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12" name="Google Shape;412;p56"/>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5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413" name="Google Shape;413;p56"/>
          <p:cNvSpPr txBox="1"/>
          <p:nvPr>
            <p:ph idx="4" type="body"/>
          </p:nvPr>
        </p:nvSpPr>
        <p:spPr>
          <a:xfrm>
            <a:off x="6189640" y="2691875"/>
            <a:ext cx="5263200" cy="33672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dk2"/>
              </a:buClr>
              <a:buSzPts val="2000"/>
              <a:buFont typeface="DM Sans"/>
              <a:buChar char="•"/>
              <a:defRPr i="0" sz="2000" u="none" cap="none" strike="noStrike">
                <a:solidFill>
                  <a:schemeClr val="dk2"/>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14" name="Google Shape;414;p56"/>
          <p:cNvSpPr txBox="1"/>
          <p:nvPr>
            <p:ph idx="5" type="body"/>
          </p:nvPr>
        </p:nvSpPr>
        <p:spPr>
          <a:xfrm>
            <a:off x="748484" y="117232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dk2"/>
              </a:buClr>
              <a:buSzPts val="2400"/>
              <a:buNone/>
              <a:defRPr b="0">
                <a:solidFill>
                  <a:schemeClr val="dk2"/>
                </a:solidFill>
                <a:latin typeface="DM Sans Medium"/>
                <a:ea typeface="DM Sans Medium"/>
                <a:cs typeface="DM Sans Medium"/>
                <a:sym typeface="DM Sans Medium"/>
              </a:defRPr>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Content B - 2 Column w/ Icon Spot">
  <p:cSld name="10 Content B - 2 Column w/ Icon Spot">
    <p:spTree>
      <p:nvGrpSpPr>
        <p:cNvPr id="415" name="Shape 415"/>
        <p:cNvGrpSpPr/>
        <p:nvPr/>
      </p:nvGrpSpPr>
      <p:grpSpPr>
        <a:xfrm>
          <a:off x="0" y="0"/>
          <a:ext cx="0" cy="0"/>
          <a:chOff x="0" y="0"/>
          <a:chExt cx="0" cy="0"/>
        </a:xfrm>
      </p:grpSpPr>
      <p:sp>
        <p:nvSpPr>
          <p:cNvPr id="416" name="Google Shape;416;p57"/>
          <p:cNvSpPr txBox="1"/>
          <p:nvPr>
            <p:ph idx="1" type="body"/>
          </p:nvPr>
        </p:nvSpPr>
        <p:spPr>
          <a:xfrm>
            <a:off x="761817" y="3986900"/>
            <a:ext cx="45189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dk2"/>
              </a:buClr>
              <a:buSzPts val="1600"/>
              <a:buFont typeface="DM Sans"/>
              <a:buChar char="•"/>
              <a:defRPr i="0" sz="1600" u="none" cap="none" strike="noStrike">
                <a:solidFill>
                  <a:schemeClr val="dk2"/>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17" name="Google Shape;417;p57"/>
          <p:cNvSpPr txBox="1"/>
          <p:nvPr>
            <p:ph idx="2" type="body"/>
          </p:nvPr>
        </p:nvSpPr>
        <p:spPr>
          <a:xfrm>
            <a:off x="6932003" y="3986900"/>
            <a:ext cx="4495200" cy="2261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dk2"/>
              </a:buClr>
              <a:buSzPts val="1600"/>
              <a:buFont typeface="DM Sans"/>
              <a:buChar char="•"/>
              <a:defRPr i="0" sz="1600" u="none" cap="none" strike="noStrike">
                <a:solidFill>
                  <a:schemeClr val="dk2"/>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18" name="Google Shape;418;p57"/>
          <p:cNvSpPr txBox="1"/>
          <p:nvPr>
            <p:ph idx="3" type="subTitle"/>
          </p:nvPr>
        </p:nvSpPr>
        <p:spPr>
          <a:xfrm>
            <a:off x="795822" y="3126633"/>
            <a:ext cx="44844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100"/>
              <a:buNone/>
              <a:defRPr b="1" sz="21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1600"/>
              <a:buNone/>
              <a:defRPr/>
            </a:lvl3pPr>
            <a:lvl4pPr lvl="3" rtl="0" algn="l">
              <a:lnSpc>
                <a:spcPct val="115000"/>
              </a:lnSpc>
              <a:spcBef>
                <a:spcPts val="500"/>
              </a:spcBef>
              <a:spcAft>
                <a:spcPts val="0"/>
              </a:spcAft>
              <a:buSzPts val="1600"/>
              <a:buNone/>
              <a:defRPr/>
            </a:lvl4pPr>
            <a:lvl5pPr lvl="4" rtl="0" algn="l">
              <a:lnSpc>
                <a:spcPct val="115000"/>
              </a:lnSpc>
              <a:spcBef>
                <a:spcPts val="500"/>
              </a:spcBef>
              <a:spcAft>
                <a:spcPts val="0"/>
              </a:spcAft>
              <a:buSzPts val="1600"/>
              <a:buNone/>
              <a:defRPr/>
            </a:lvl5pPr>
            <a:lvl6pPr lvl="5" rtl="0" algn="l">
              <a:lnSpc>
                <a:spcPct val="115000"/>
              </a:lnSpc>
              <a:spcBef>
                <a:spcPts val="500"/>
              </a:spcBef>
              <a:spcAft>
                <a:spcPts val="0"/>
              </a:spcAft>
              <a:buSzPts val="1600"/>
              <a:buNone/>
              <a:defRPr/>
            </a:lvl6pPr>
            <a:lvl7pPr lvl="6" rtl="0" algn="l">
              <a:lnSpc>
                <a:spcPct val="115000"/>
              </a:lnSpc>
              <a:spcBef>
                <a:spcPts val="500"/>
              </a:spcBef>
              <a:spcAft>
                <a:spcPts val="0"/>
              </a:spcAft>
              <a:buSzPts val="1600"/>
              <a:buNone/>
              <a:defRPr/>
            </a:lvl7pPr>
            <a:lvl8pPr lvl="7" rtl="0" algn="l">
              <a:lnSpc>
                <a:spcPct val="115000"/>
              </a:lnSpc>
              <a:spcBef>
                <a:spcPts val="500"/>
              </a:spcBef>
              <a:spcAft>
                <a:spcPts val="0"/>
              </a:spcAft>
              <a:buSzPts val="1600"/>
              <a:buNone/>
              <a:defRPr/>
            </a:lvl8pPr>
            <a:lvl9pPr lvl="8" rtl="0" algn="l">
              <a:lnSpc>
                <a:spcPct val="115000"/>
              </a:lnSpc>
              <a:spcBef>
                <a:spcPts val="500"/>
              </a:spcBef>
              <a:spcAft>
                <a:spcPts val="0"/>
              </a:spcAft>
              <a:buSzPts val="1600"/>
              <a:buNone/>
              <a:defRPr/>
            </a:lvl9pPr>
          </a:lstStyle>
          <a:p/>
        </p:txBody>
      </p:sp>
      <p:sp>
        <p:nvSpPr>
          <p:cNvPr id="419" name="Google Shape;419;p57"/>
          <p:cNvSpPr txBox="1"/>
          <p:nvPr>
            <p:ph idx="4" type="subTitle"/>
          </p:nvPr>
        </p:nvSpPr>
        <p:spPr>
          <a:xfrm>
            <a:off x="6949009" y="3126633"/>
            <a:ext cx="44613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1600"/>
              <a:buNone/>
              <a:defRPr/>
            </a:lvl3pPr>
            <a:lvl4pPr lvl="3" rtl="0" algn="l">
              <a:lnSpc>
                <a:spcPct val="115000"/>
              </a:lnSpc>
              <a:spcBef>
                <a:spcPts val="500"/>
              </a:spcBef>
              <a:spcAft>
                <a:spcPts val="0"/>
              </a:spcAft>
              <a:buSzPts val="1600"/>
              <a:buNone/>
              <a:defRPr/>
            </a:lvl4pPr>
            <a:lvl5pPr lvl="4" rtl="0" algn="l">
              <a:lnSpc>
                <a:spcPct val="115000"/>
              </a:lnSpc>
              <a:spcBef>
                <a:spcPts val="500"/>
              </a:spcBef>
              <a:spcAft>
                <a:spcPts val="0"/>
              </a:spcAft>
              <a:buSzPts val="1600"/>
              <a:buNone/>
              <a:defRPr/>
            </a:lvl5pPr>
            <a:lvl6pPr lvl="5" rtl="0" algn="l">
              <a:lnSpc>
                <a:spcPct val="115000"/>
              </a:lnSpc>
              <a:spcBef>
                <a:spcPts val="500"/>
              </a:spcBef>
              <a:spcAft>
                <a:spcPts val="0"/>
              </a:spcAft>
              <a:buSzPts val="1600"/>
              <a:buNone/>
              <a:defRPr/>
            </a:lvl6pPr>
            <a:lvl7pPr lvl="6" rtl="0" algn="l">
              <a:lnSpc>
                <a:spcPct val="115000"/>
              </a:lnSpc>
              <a:spcBef>
                <a:spcPts val="500"/>
              </a:spcBef>
              <a:spcAft>
                <a:spcPts val="0"/>
              </a:spcAft>
              <a:buSzPts val="1600"/>
              <a:buNone/>
              <a:defRPr/>
            </a:lvl7pPr>
            <a:lvl8pPr lvl="7" rtl="0" algn="l">
              <a:lnSpc>
                <a:spcPct val="115000"/>
              </a:lnSpc>
              <a:spcBef>
                <a:spcPts val="500"/>
              </a:spcBef>
              <a:spcAft>
                <a:spcPts val="0"/>
              </a:spcAft>
              <a:buSzPts val="1600"/>
              <a:buNone/>
              <a:defRPr/>
            </a:lvl8pPr>
            <a:lvl9pPr lvl="8" rtl="0" algn="l">
              <a:lnSpc>
                <a:spcPct val="115000"/>
              </a:lnSpc>
              <a:spcBef>
                <a:spcPts val="500"/>
              </a:spcBef>
              <a:spcAft>
                <a:spcPts val="0"/>
              </a:spcAft>
              <a:buSzPts val="1600"/>
              <a:buNone/>
              <a:defRPr/>
            </a:lvl9pPr>
          </a:lstStyle>
          <a:p/>
        </p:txBody>
      </p:sp>
      <p:sp>
        <p:nvSpPr>
          <p:cNvPr id="420" name="Google Shape;420;p57"/>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21" name="Google Shape;421;p57"/>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5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422" name="Google Shape;422;p57"/>
          <p:cNvSpPr txBox="1"/>
          <p:nvPr>
            <p:ph idx="5" type="body"/>
          </p:nvPr>
        </p:nvSpPr>
        <p:spPr>
          <a:xfrm>
            <a:off x="748484" y="117232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SzPts val="2400"/>
              <a:buNone/>
              <a:defRPr b="0">
                <a:solidFill>
                  <a:schemeClr val="dk2"/>
                </a:solidFill>
                <a:latin typeface="DM Sans Medium"/>
                <a:ea typeface="DM Sans Medium"/>
                <a:cs typeface="DM Sans Medium"/>
                <a:sym typeface="DM Sans Medium"/>
              </a:defRPr>
            </a:lvl1pPr>
            <a:lvl2pPr indent="-228600" lvl="1" marL="914400" rtl="0" algn="l">
              <a:lnSpc>
                <a:spcPct val="100000"/>
              </a:lnSpc>
              <a:spcBef>
                <a:spcPts val="0"/>
              </a:spcBef>
              <a:spcAft>
                <a:spcPts val="0"/>
              </a:spcAft>
              <a:buSzPts val="1500"/>
              <a:buNone/>
              <a:defRPr/>
            </a:lvl2pPr>
            <a:lvl3pPr indent="-228600" lvl="2" marL="1371600" rtl="0" algn="l">
              <a:lnSpc>
                <a:spcPct val="100000"/>
              </a:lnSpc>
              <a:spcBef>
                <a:spcPts val="0"/>
              </a:spcBef>
              <a:spcAft>
                <a:spcPts val="0"/>
              </a:spcAft>
              <a:buSzPts val="1500"/>
              <a:buNone/>
              <a:defRPr/>
            </a:lvl3pPr>
            <a:lvl4pPr indent="-228600" lvl="3" marL="1828800" rtl="0" algn="l">
              <a:lnSpc>
                <a:spcPct val="100000"/>
              </a:lnSpc>
              <a:spcBef>
                <a:spcPts val="0"/>
              </a:spcBef>
              <a:spcAft>
                <a:spcPts val="0"/>
              </a:spcAft>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Content C - 3 Column">
  <p:cSld name="11 Content C - 3 Column">
    <p:spTree>
      <p:nvGrpSpPr>
        <p:cNvPr id="423" name="Shape 423"/>
        <p:cNvGrpSpPr/>
        <p:nvPr/>
      </p:nvGrpSpPr>
      <p:grpSpPr>
        <a:xfrm>
          <a:off x="0" y="0"/>
          <a:ext cx="0" cy="0"/>
          <a:chOff x="0" y="0"/>
          <a:chExt cx="0" cy="0"/>
        </a:xfrm>
      </p:grpSpPr>
      <p:sp>
        <p:nvSpPr>
          <p:cNvPr id="424" name="Google Shape;424;p58"/>
          <p:cNvSpPr txBox="1"/>
          <p:nvPr>
            <p:ph idx="1" type="body"/>
          </p:nvPr>
        </p:nvSpPr>
        <p:spPr>
          <a:xfrm>
            <a:off x="761817" y="2825365"/>
            <a:ext cx="3224100" cy="32337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lt1"/>
              </a:buClr>
              <a:buSzPts val="2000"/>
              <a:buFont typeface="DM Sans"/>
              <a:buChar char="•"/>
              <a:defRPr i="0" sz="1600" u="none" cap="none" strike="noStrike">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25" name="Google Shape;425;p58"/>
          <p:cNvSpPr txBox="1"/>
          <p:nvPr>
            <p:ph idx="2" type="subTitle"/>
          </p:nvPr>
        </p:nvSpPr>
        <p:spPr>
          <a:xfrm>
            <a:off x="786083" y="1970325"/>
            <a:ext cx="32841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2000"/>
              <a:buNone/>
              <a:defRPr sz="2000"/>
            </a:lvl3pPr>
            <a:lvl4pPr lvl="3" rtl="0" algn="l">
              <a:lnSpc>
                <a:spcPct val="115000"/>
              </a:lnSpc>
              <a:spcBef>
                <a:spcPts val="500"/>
              </a:spcBef>
              <a:spcAft>
                <a:spcPts val="0"/>
              </a:spcAft>
              <a:buSzPts val="2000"/>
              <a:buNone/>
              <a:defRPr sz="2000"/>
            </a:lvl4pPr>
            <a:lvl5pPr lvl="4" rtl="0" algn="l">
              <a:lnSpc>
                <a:spcPct val="115000"/>
              </a:lnSpc>
              <a:spcBef>
                <a:spcPts val="500"/>
              </a:spcBef>
              <a:spcAft>
                <a:spcPts val="0"/>
              </a:spcAft>
              <a:buSzPts val="2000"/>
              <a:buNone/>
              <a:defRPr sz="2000"/>
            </a:lvl5pPr>
            <a:lvl6pPr lvl="5" rtl="0" algn="l">
              <a:lnSpc>
                <a:spcPct val="115000"/>
              </a:lnSpc>
              <a:spcBef>
                <a:spcPts val="500"/>
              </a:spcBef>
              <a:spcAft>
                <a:spcPts val="0"/>
              </a:spcAft>
              <a:buSzPts val="2000"/>
              <a:buNone/>
              <a:defRPr sz="2000"/>
            </a:lvl6pPr>
            <a:lvl7pPr lvl="6" rtl="0" algn="l">
              <a:lnSpc>
                <a:spcPct val="115000"/>
              </a:lnSpc>
              <a:spcBef>
                <a:spcPts val="500"/>
              </a:spcBef>
              <a:spcAft>
                <a:spcPts val="0"/>
              </a:spcAft>
              <a:buSzPts val="2000"/>
              <a:buNone/>
              <a:defRPr sz="2000"/>
            </a:lvl7pPr>
            <a:lvl8pPr lvl="7" rtl="0" algn="l">
              <a:lnSpc>
                <a:spcPct val="115000"/>
              </a:lnSpc>
              <a:spcBef>
                <a:spcPts val="500"/>
              </a:spcBef>
              <a:spcAft>
                <a:spcPts val="0"/>
              </a:spcAft>
              <a:buSzPts val="2000"/>
              <a:buNone/>
              <a:defRPr sz="2000"/>
            </a:lvl8pPr>
            <a:lvl9pPr lvl="8" rtl="0" algn="l">
              <a:lnSpc>
                <a:spcPct val="115000"/>
              </a:lnSpc>
              <a:spcBef>
                <a:spcPts val="500"/>
              </a:spcBef>
              <a:spcAft>
                <a:spcPts val="0"/>
              </a:spcAft>
              <a:buSzPts val="2000"/>
              <a:buNone/>
              <a:defRPr sz="2000"/>
            </a:lvl9pPr>
          </a:lstStyle>
          <a:p/>
        </p:txBody>
      </p:sp>
      <p:sp>
        <p:nvSpPr>
          <p:cNvPr id="426" name="Google Shape;426;p58"/>
          <p:cNvSpPr txBox="1"/>
          <p:nvPr>
            <p:ph idx="3" type="subTitle"/>
          </p:nvPr>
        </p:nvSpPr>
        <p:spPr>
          <a:xfrm>
            <a:off x="4393020" y="1970325"/>
            <a:ext cx="31404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2000"/>
              <a:buNone/>
              <a:defRPr sz="2000"/>
            </a:lvl3pPr>
            <a:lvl4pPr lvl="3" rtl="0" algn="l">
              <a:lnSpc>
                <a:spcPct val="115000"/>
              </a:lnSpc>
              <a:spcBef>
                <a:spcPts val="500"/>
              </a:spcBef>
              <a:spcAft>
                <a:spcPts val="0"/>
              </a:spcAft>
              <a:buSzPts val="2000"/>
              <a:buNone/>
              <a:defRPr sz="2000"/>
            </a:lvl4pPr>
            <a:lvl5pPr lvl="4" rtl="0" algn="l">
              <a:lnSpc>
                <a:spcPct val="115000"/>
              </a:lnSpc>
              <a:spcBef>
                <a:spcPts val="500"/>
              </a:spcBef>
              <a:spcAft>
                <a:spcPts val="0"/>
              </a:spcAft>
              <a:buSzPts val="2000"/>
              <a:buNone/>
              <a:defRPr sz="2000"/>
            </a:lvl5pPr>
            <a:lvl6pPr lvl="5" rtl="0" algn="l">
              <a:lnSpc>
                <a:spcPct val="115000"/>
              </a:lnSpc>
              <a:spcBef>
                <a:spcPts val="500"/>
              </a:spcBef>
              <a:spcAft>
                <a:spcPts val="0"/>
              </a:spcAft>
              <a:buSzPts val="2000"/>
              <a:buNone/>
              <a:defRPr sz="2000"/>
            </a:lvl6pPr>
            <a:lvl7pPr lvl="6" rtl="0" algn="l">
              <a:lnSpc>
                <a:spcPct val="115000"/>
              </a:lnSpc>
              <a:spcBef>
                <a:spcPts val="500"/>
              </a:spcBef>
              <a:spcAft>
                <a:spcPts val="0"/>
              </a:spcAft>
              <a:buSzPts val="2000"/>
              <a:buNone/>
              <a:defRPr sz="2000"/>
            </a:lvl7pPr>
            <a:lvl8pPr lvl="7" rtl="0" algn="l">
              <a:lnSpc>
                <a:spcPct val="115000"/>
              </a:lnSpc>
              <a:spcBef>
                <a:spcPts val="500"/>
              </a:spcBef>
              <a:spcAft>
                <a:spcPts val="0"/>
              </a:spcAft>
              <a:buSzPts val="2000"/>
              <a:buNone/>
              <a:defRPr sz="2000"/>
            </a:lvl8pPr>
            <a:lvl9pPr lvl="8" rtl="0" algn="l">
              <a:lnSpc>
                <a:spcPct val="115000"/>
              </a:lnSpc>
              <a:spcBef>
                <a:spcPts val="500"/>
              </a:spcBef>
              <a:spcAft>
                <a:spcPts val="0"/>
              </a:spcAft>
              <a:buSzPts val="2000"/>
              <a:buNone/>
              <a:defRPr sz="2000"/>
            </a:lvl9pPr>
          </a:lstStyle>
          <a:p/>
        </p:txBody>
      </p:sp>
      <p:sp>
        <p:nvSpPr>
          <p:cNvPr id="427" name="Google Shape;427;p58"/>
          <p:cNvSpPr txBox="1"/>
          <p:nvPr>
            <p:ph idx="4" type="subTitle"/>
          </p:nvPr>
        </p:nvSpPr>
        <p:spPr>
          <a:xfrm>
            <a:off x="7980457" y="1970325"/>
            <a:ext cx="31404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2000"/>
              <a:buNone/>
              <a:defRPr sz="2000"/>
            </a:lvl3pPr>
            <a:lvl4pPr lvl="3" rtl="0" algn="l">
              <a:lnSpc>
                <a:spcPct val="115000"/>
              </a:lnSpc>
              <a:spcBef>
                <a:spcPts val="500"/>
              </a:spcBef>
              <a:spcAft>
                <a:spcPts val="0"/>
              </a:spcAft>
              <a:buSzPts val="2000"/>
              <a:buNone/>
              <a:defRPr sz="2000"/>
            </a:lvl4pPr>
            <a:lvl5pPr lvl="4" rtl="0" algn="l">
              <a:lnSpc>
                <a:spcPct val="115000"/>
              </a:lnSpc>
              <a:spcBef>
                <a:spcPts val="500"/>
              </a:spcBef>
              <a:spcAft>
                <a:spcPts val="0"/>
              </a:spcAft>
              <a:buSzPts val="2000"/>
              <a:buNone/>
              <a:defRPr sz="2000"/>
            </a:lvl5pPr>
            <a:lvl6pPr lvl="5" rtl="0" algn="l">
              <a:lnSpc>
                <a:spcPct val="115000"/>
              </a:lnSpc>
              <a:spcBef>
                <a:spcPts val="500"/>
              </a:spcBef>
              <a:spcAft>
                <a:spcPts val="0"/>
              </a:spcAft>
              <a:buSzPts val="2000"/>
              <a:buNone/>
              <a:defRPr sz="2000"/>
            </a:lvl6pPr>
            <a:lvl7pPr lvl="6" rtl="0" algn="l">
              <a:lnSpc>
                <a:spcPct val="115000"/>
              </a:lnSpc>
              <a:spcBef>
                <a:spcPts val="500"/>
              </a:spcBef>
              <a:spcAft>
                <a:spcPts val="0"/>
              </a:spcAft>
              <a:buSzPts val="2000"/>
              <a:buNone/>
              <a:defRPr sz="2000"/>
            </a:lvl7pPr>
            <a:lvl8pPr lvl="7" rtl="0" algn="l">
              <a:lnSpc>
                <a:spcPct val="115000"/>
              </a:lnSpc>
              <a:spcBef>
                <a:spcPts val="500"/>
              </a:spcBef>
              <a:spcAft>
                <a:spcPts val="0"/>
              </a:spcAft>
              <a:buSzPts val="2000"/>
              <a:buNone/>
              <a:defRPr sz="2000"/>
            </a:lvl8pPr>
            <a:lvl9pPr lvl="8" rtl="0" algn="l">
              <a:lnSpc>
                <a:spcPct val="115000"/>
              </a:lnSpc>
              <a:spcBef>
                <a:spcPts val="500"/>
              </a:spcBef>
              <a:spcAft>
                <a:spcPts val="0"/>
              </a:spcAft>
              <a:buSzPts val="2000"/>
              <a:buNone/>
              <a:defRPr sz="2000"/>
            </a:lvl9pPr>
          </a:lstStyle>
          <a:p/>
        </p:txBody>
      </p:sp>
      <p:sp>
        <p:nvSpPr>
          <p:cNvPr id="428" name="Google Shape;428;p58"/>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29" name="Google Shape;429;p58"/>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5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430" name="Google Shape;430;p58"/>
          <p:cNvSpPr txBox="1"/>
          <p:nvPr>
            <p:ph idx="5" type="body"/>
          </p:nvPr>
        </p:nvSpPr>
        <p:spPr>
          <a:xfrm>
            <a:off x="4393020" y="2825375"/>
            <a:ext cx="3399000" cy="32337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lt1"/>
              </a:buClr>
              <a:buSzPts val="2000"/>
              <a:buFont typeface="DM Sans"/>
              <a:buChar char="•"/>
              <a:defRPr i="0" sz="1600" u="none" cap="none" strike="noStrike">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31" name="Google Shape;431;p58"/>
          <p:cNvSpPr txBox="1"/>
          <p:nvPr>
            <p:ph idx="6" type="body"/>
          </p:nvPr>
        </p:nvSpPr>
        <p:spPr>
          <a:xfrm>
            <a:off x="8004808" y="2825375"/>
            <a:ext cx="3399000" cy="32337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lt1"/>
              </a:buClr>
              <a:buSzPts val="2000"/>
              <a:buFont typeface="DM Sans"/>
              <a:buChar char="•"/>
              <a:defRPr i="0" sz="1600" u="none" cap="none" strike="noStrike">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32" name="Google Shape;432;p58"/>
          <p:cNvSpPr txBox="1"/>
          <p:nvPr>
            <p:ph idx="7" type="body"/>
          </p:nvPr>
        </p:nvSpPr>
        <p:spPr>
          <a:xfrm>
            <a:off x="748484" y="117232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SzPts val="2400"/>
              <a:buNone/>
              <a:defRPr b="0">
                <a:solidFill>
                  <a:schemeClr val="dk2"/>
                </a:solidFill>
                <a:latin typeface="DM Sans Medium"/>
                <a:ea typeface="DM Sans Medium"/>
                <a:cs typeface="DM Sans Medium"/>
                <a:sym typeface="DM Sans Medium"/>
              </a:defRPr>
            </a:lvl1pPr>
            <a:lvl2pPr indent="-228600" lvl="1" marL="914400" rtl="0" algn="l">
              <a:lnSpc>
                <a:spcPct val="100000"/>
              </a:lnSpc>
              <a:spcBef>
                <a:spcPts val="0"/>
              </a:spcBef>
              <a:spcAft>
                <a:spcPts val="0"/>
              </a:spcAft>
              <a:buClr>
                <a:srgbClr val="FFFFFF"/>
              </a:buClr>
              <a:buSzPts val="1500"/>
              <a:buNone/>
              <a:defRPr>
                <a:solidFill>
                  <a:srgbClr val="FFFFFF"/>
                </a:solidFill>
              </a:defRPr>
            </a:lvl2pPr>
            <a:lvl3pPr indent="-228600" lvl="2" marL="1371600" rtl="0" algn="l">
              <a:lnSpc>
                <a:spcPct val="100000"/>
              </a:lnSpc>
              <a:spcBef>
                <a:spcPts val="0"/>
              </a:spcBef>
              <a:spcAft>
                <a:spcPts val="0"/>
              </a:spcAft>
              <a:buClr>
                <a:srgbClr val="FFFFFF"/>
              </a:buClr>
              <a:buSzPts val="1500"/>
              <a:buNone/>
              <a:defRPr>
                <a:solidFill>
                  <a:srgbClr val="FFFFFF"/>
                </a:solidFill>
              </a:defRPr>
            </a:lvl3pPr>
            <a:lvl4pPr indent="-228600" lvl="3" marL="1828800" rtl="0" algn="l">
              <a:lnSpc>
                <a:spcPct val="100000"/>
              </a:lnSpc>
              <a:spcBef>
                <a:spcPts val="0"/>
              </a:spcBef>
              <a:spcAft>
                <a:spcPts val="0"/>
              </a:spcAft>
              <a:buClr>
                <a:srgbClr val="FFFFFF"/>
              </a:buClr>
              <a:buSzPts val="1500"/>
              <a:buNone/>
              <a:defRPr>
                <a:solidFill>
                  <a:srgbClr val="FFFFFF"/>
                </a:solidFill>
              </a:defRPr>
            </a:lvl4pPr>
            <a:lvl5pPr indent="-228600" lvl="4" marL="2286000" rtl="0" algn="l">
              <a:lnSpc>
                <a:spcPct val="100000"/>
              </a:lnSpc>
              <a:spcBef>
                <a:spcPts val="0"/>
              </a:spcBef>
              <a:spcAft>
                <a:spcPts val="0"/>
              </a:spcAft>
              <a:buClr>
                <a:srgbClr val="FFFFFF"/>
              </a:buClr>
              <a:buSzPts val="1500"/>
              <a:buNone/>
              <a:defRPr>
                <a:solidFill>
                  <a:srgbClr val="FFFFFF"/>
                </a:solidFill>
              </a:defRPr>
            </a:lvl5pPr>
            <a:lvl6pPr indent="-228600" lvl="5" marL="2743200" rtl="0" algn="l">
              <a:lnSpc>
                <a:spcPct val="100000"/>
              </a:lnSpc>
              <a:spcBef>
                <a:spcPts val="0"/>
              </a:spcBef>
              <a:spcAft>
                <a:spcPts val="0"/>
              </a:spcAft>
              <a:buClr>
                <a:srgbClr val="FFFFFF"/>
              </a:buClr>
              <a:buSzPts val="1500"/>
              <a:buNone/>
              <a:defRPr>
                <a:solidFill>
                  <a:srgbClr val="FFFFFF"/>
                </a:solidFill>
              </a:defRPr>
            </a:lvl6pPr>
            <a:lvl7pPr indent="-228600" lvl="6" marL="3200400" rtl="0" algn="l">
              <a:lnSpc>
                <a:spcPct val="100000"/>
              </a:lnSpc>
              <a:spcBef>
                <a:spcPts val="0"/>
              </a:spcBef>
              <a:spcAft>
                <a:spcPts val="0"/>
              </a:spcAft>
              <a:buClr>
                <a:srgbClr val="FFFFFF"/>
              </a:buClr>
              <a:buSzPts val="1500"/>
              <a:buNone/>
              <a:defRPr>
                <a:solidFill>
                  <a:srgbClr val="FFFFFF"/>
                </a:solidFill>
              </a:defRPr>
            </a:lvl7pPr>
            <a:lvl8pPr indent="-228600" lvl="7" marL="3657600" rtl="0" algn="l">
              <a:lnSpc>
                <a:spcPct val="100000"/>
              </a:lnSpc>
              <a:spcBef>
                <a:spcPts val="0"/>
              </a:spcBef>
              <a:spcAft>
                <a:spcPts val="0"/>
              </a:spcAft>
              <a:buClr>
                <a:srgbClr val="FFFFFF"/>
              </a:buClr>
              <a:buSzPts val="1500"/>
              <a:buNone/>
              <a:defRPr>
                <a:solidFill>
                  <a:srgbClr val="FFFFFF"/>
                </a:solidFill>
              </a:defRPr>
            </a:lvl8pPr>
            <a:lvl9pPr indent="-228600" lvl="8" marL="4114800" rtl="0" algn="l">
              <a:lnSpc>
                <a:spcPct val="100000"/>
              </a:lnSpc>
              <a:spcBef>
                <a:spcPts val="0"/>
              </a:spcBef>
              <a:spcAft>
                <a:spcPts val="0"/>
              </a:spcAft>
              <a:buClr>
                <a:srgbClr val="FFFFFF"/>
              </a:buClr>
              <a:buSzPts val="1500"/>
              <a:buNone/>
              <a:defRPr>
                <a:solidFill>
                  <a:srgbClr val="FFFFFF"/>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Content C - 3 Column w/ Icon Spot">
  <p:cSld name="12 Content C - 3 Column w/ Icon Spot">
    <p:spTree>
      <p:nvGrpSpPr>
        <p:cNvPr id="433" name="Shape 433"/>
        <p:cNvGrpSpPr/>
        <p:nvPr/>
      </p:nvGrpSpPr>
      <p:grpSpPr>
        <a:xfrm>
          <a:off x="0" y="0"/>
          <a:ext cx="0" cy="0"/>
          <a:chOff x="0" y="0"/>
          <a:chExt cx="0" cy="0"/>
        </a:xfrm>
      </p:grpSpPr>
      <p:sp>
        <p:nvSpPr>
          <p:cNvPr id="434" name="Google Shape;434;p59"/>
          <p:cNvSpPr txBox="1"/>
          <p:nvPr>
            <p:ph idx="1" type="body"/>
          </p:nvPr>
        </p:nvSpPr>
        <p:spPr>
          <a:xfrm>
            <a:off x="761817" y="3986900"/>
            <a:ext cx="3224100" cy="22617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0"/>
              </a:spcBef>
              <a:spcAft>
                <a:spcPts val="0"/>
              </a:spcAft>
              <a:buClr>
                <a:schemeClr val="lt1"/>
              </a:buClr>
              <a:buSzPts val="1500"/>
              <a:buNone/>
              <a:defRPr sz="1600"/>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
        <p:nvSpPr>
          <p:cNvPr id="435" name="Google Shape;435;p59"/>
          <p:cNvSpPr txBox="1"/>
          <p:nvPr>
            <p:ph idx="2" type="body"/>
          </p:nvPr>
        </p:nvSpPr>
        <p:spPr>
          <a:xfrm>
            <a:off x="4482524" y="3986900"/>
            <a:ext cx="3224100" cy="22617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0"/>
              </a:spcBef>
              <a:spcAft>
                <a:spcPts val="0"/>
              </a:spcAft>
              <a:buClr>
                <a:schemeClr val="lt1"/>
              </a:buClr>
              <a:buSzPts val="1500"/>
              <a:buNone/>
              <a:defRPr sz="1600"/>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
        <p:nvSpPr>
          <p:cNvPr id="436" name="Google Shape;436;p59"/>
          <p:cNvSpPr txBox="1"/>
          <p:nvPr>
            <p:ph idx="3" type="subTitle"/>
          </p:nvPr>
        </p:nvSpPr>
        <p:spPr>
          <a:xfrm>
            <a:off x="786078" y="3126633"/>
            <a:ext cx="31995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2000"/>
              <a:buNone/>
              <a:defRPr sz="2000"/>
            </a:lvl3pPr>
            <a:lvl4pPr lvl="3" rtl="0" algn="l">
              <a:lnSpc>
                <a:spcPct val="115000"/>
              </a:lnSpc>
              <a:spcBef>
                <a:spcPts val="500"/>
              </a:spcBef>
              <a:spcAft>
                <a:spcPts val="0"/>
              </a:spcAft>
              <a:buSzPts val="2000"/>
              <a:buNone/>
              <a:defRPr sz="2000"/>
            </a:lvl4pPr>
            <a:lvl5pPr lvl="4" rtl="0" algn="l">
              <a:lnSpc>
                <a:spcPct val="115000"/>
              </a:lnSpc>
              <a:spcBef>
                <a:spcPts val="500"/>
              </a:spcBef>
              <a:spcAft>
                <a:spcPts val="0"/>
              </a:spcAft>
              <a:buSzPts val="2000"/>
              <a:buNone/>
              <a:defRPr sz="2000"/>
            </a:lvl5pPr>
            <a:lvl6pPr lvl="5" rtl="0" algn="l">
              <a:lnSpc>
                <a:spcPct val="115000"/>
              </a:lnSpc>
              <a:spcBef>
                <a:spcPts val="500"/>
              </a:spcBef>
              <a:spcAft>
                <a:spcPts val="0"/>
              </a:spcAft>
              <a:buSzPts val="2000"/>
              <a:buNone/>
              <a:defRPr sz="2000"/>
            </a:lvl6pPr>
            <a:lvl7pPr lvl="6" rtl="0" algn="l">
              <a:lnSpc>
                <a:spcPct val="115000"/>
              </a:lnSpc>
              <a:spcBef>
                <a:spcPts val="500"/>
              </a:spcBef>
              <a:spcAft>
                <a:spcPts val="0"/>
              </a:spcAft>
              <a:buSzPts val="2000"/>
              <a:buNone/>
              <a:defRPr sz="2000"/>
            </a:lvl7pPr>
            <a:lvl8pPr lvl="7" rtl="0" algn="l">
              <a:lnSpc>
                <a:spcPct val="115000"/>
              </a:lnSpc>
              <a:spcBef>
                <a:spcPts val="500"/>
              </a:spcBef>
              <a:spcAft>
                <a:spcPts val="0"/>
              </a:spcAft>
              <a:buSzPts val="2000"/>
              <a:buNone/>
              <a:defRPr sz="2000"/>
            </a:lvl8pPr>
            <a:lvl9pPr lvl="8" rtl="0" algn="l">
              <a:lnSpc>
                <a:spcPct val="115000"/>
              </a:lnSpc>
              <a:spcBef>
                <a:spcPts val="500"/>
              </a:spcBef>
              <a:spcAft>
                <a:spcPts val="0"/>
              </a:spcAft>
              <a:buSzPts val="2000"/>
              <a:buNone/>
              <a:defRPr sz="2000"/>
            </a:lvl9pPr>
          </a:lstStyle>
          <a:p/>
        </p:txBody>
      </p:sp>
      <p:sp>
        <p:nvSpPr>
          <p:cNvPr id="437" name="Google Shape;437;p59"/>
          <p:cNvSpPr txBox="1"/>
          <p:nvPr>
            <p:ph idx="4" type="subTitle"/>
          </p:nvPr>
        </p:nvSpPr>
        <p:spPr>
          <a:xfrm>
            <a:off x="4494721" y="3126633"/>
            <a:ext cx="31995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2000"/>
              <a:buNone/>
              <a:defRPr sz="2000"/>
            </a:lvl3pPr>
            <a:lvl4pPr lvl="3" rtl="0" algn="l">
              <a:lnSpc>
                <a:spcPct val="115000"/>
              </a:lnSpc>
              <a:spcBef>
                <a:spcPts val="500"/>
              </a:spcBef>
              <a:spcAft>
                <a:spcPts val="0"/>
              </a:spcAft>
              <a:buSzPts val="2000"/>
              <a:buNone/>
              <a:defRPr sz="2000"/>
            </a:lvl4pPr>
            <a:lvl5pPr lvl="4" rtl="0" algn="l">
              <a:lnSpc>
                <a:spcPct val="115000"/>
              </a:lnSpc>
              <a:spcBef>
                <a:spcPts val="500"/>
              </a:spcBef>
              <a:spcAft>
                <a:spcPts val="0"/>
              </a:spcAft>
              <a:buSzPts val="2000"/>
              <a:buNone/>
              <a:defRPr sz="2000"/>
            </a:lvl5pPr>
            <a:lvl6pPr lvl="5" rtl="0" algn="l">
              <a:lnSpc>
                <a:spcPct val="115000"/>
              </a:lnSpc>
              <a:spcBef>
                <a:spcPts val="500"/>
              </a:spcBef>
              <a:spcAft>
                <a:spcPts val="0"/>
              </a:spcAft>
              <a:buSzPts val="2000"/>
              <a:buNone/>
              <a:defRPr sz="2000"/>
            </a:lvl6pPr>
            <a:lvl7pPr lvl="6" rtl="0" algn="l">
              <a:lnSpc>
                <a:spcPct val="115000"/>
              </a:lnSpc>
              <a:spcBef>
                <a:spcPts val="500"/>
              </a:spcBef>
              <a:spcAft>
                <a:spcPts val="0"/>
              </a:spcAft>
              <a:buSzPts val="2000"/>
              <a:buNone/>
              <a:defRPr sz="2000"/>
            </a:lvl7pPr>
            <a:lvl8pPr lvl="7" rtl="0" algn="l">
              <a:lnSpc>
                <a:spcPct val="115000"/>
              </a:lnSpc>
              <a:spcBef>
                <a:spcPts val="500"/>
              </a:spcBef>
              <a:spcAft>
                <a:spcPts val="0"/>
              </a:spcAft>
              <a:buSzPts val="2000"/>
              <a:buNone/>
              <a:defRPr sz="2000"/>
            </a:lvl8pPr>
            <a:lvl9pPr lvl="8" rtl="0" algn="l">
              <a:lnSpc>
                <a:spcPct val="115000"/>
              </a:lnSpc>
              <a:spcBef>
                <a:spcPts val="500"/>
              </a:spcBef>
              <a:spcAft>
                <a:spcPts val="0"/>
              </a:spcAft>
              <a:buSzPts val="2000"/>
              <a:buNone/>
              <a:defRPr sz="2000"/>
            </a:lvl9pPr>
          </a:lstStyle>
          <a:p/>
        </p:txBody>
      </p:sp>
      <p:sp>
        <p:nvSpPr>
          <p:cNvPr id="438" name="Google Shape;438;p59"/>
          <p:cNvSpPr txBox="1"/>
          <p:nvPr>
            <p:ph idx="5" type="body"/>
          </p:nvPr>
        </p:nvSpPr>
        <p:spPr>
          <a:xfrm>
            <a:off x="8167840" y="3986900"/>
            <a:ext cx="3224100" cy="22617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0"/>
              </a:spcBef>
              <a:spcAft>
                <a:spcPts val="0"/>
              </a:spcAft>
              <a:buClr>
                <a:schemeClr val="lt1"/>
              </a:buClr>
              <a:buSzPts val="1500"/>
              <a:buNone/>
              <a:defRPr sz="1600"/>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
        <p:nvSpPr>
          <p:cNvPr id="439" name="Google Shape;439;p59"/>
          <p:cNvSpPr txBox="1"/>
          <p:nvPr>
            <p:ph idx="6" type="subTitle"/>
          </p:nvPr>
        </p:nvSpPr>
        <p:spPr>
          <a:xfrm>
            <a:off x="8180037" y="3126636"/>
            <a:ext cx="31995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lvl1pPr>
            <a:lvl2pPr lvl="1" rtl="0" algn="l">
              <a:lnSpc>
                <a:spcPct val="115000"/>
              </a:lnSpc>
              <a:spcBef>
                <a:spcPts val="500"/>
              </a:spcBef>
              <a:spcAft>
                <a:spcPts val="0"/>
              </a:spcAft>
              <a:buSzPts val="2000"/>
              <a:buNone/>
              <a:defRPr/>
            </a:lvl2pPr>
            <a:lvl3pPr lvl="2" rtl="0" algn="l">
              <a:lnSpc>
                <a:spcPct val="115000"/>
              </a:lnSpc>
              <a:spcBef>
                <a:spcPts val="500"/>
              </a:spcBef>
              <a:spcAft>
                <a:spcPts val="0"/>
              </a:spcAft>
              <a:buSzPts val="2000"/>
              <a:buNone/>
              <a:defRPr sz="2000"/>
            </a:lvl3pPr>
            <a:lvl4pPr lvl="3" rtl="0" algn="l">
              <a:lnSpc>
                <a:spcPct val="115000"/>
              </a:lnSpc>
              <a:spcBef>
                <a:spcPts val="500"/>
              </a:spcBef>
              <a:spcAft>
                <a:spcPts val="0"/>
              </a:spcAft>
              <a:buSzPts val="2000"/>
              <a:buNone/>
              <a:defRPr sz="2000"/>
            </a:lvl4pPr>
            <a:lvl5pPr lvl="4" rtl="0" algn="l">
              <a:lnSpc>
                <a:spcPct val="115000"/>
              </a:lnSpc>
              <a:spcBef>
                <a:spcPts val="500"/>
              </a:spcBef>
              <a:spcAft>
                <a:spcPts val="0"/>
              </a:spcAft>
              <a:buSzPts val="2000"/>
              <a:buNone/>
              <a:defRPr sz="2000"/>
            </a:lvl5pPr>
            <a:lvl6pPr lvl="5" rtl="0" algn="l">
              <a:lnSpc>
                <a:spcPct val="115000"/>
              </a:lnSpc>
              <a:spcBef>
                <a:spcPts val="500"/>
              </a:spcBef>
              <a:spcAft>
                <a:spcPts val="0"/>
              </a:spcAft>
              <a:buSzPts val="2000"/>
              <a:buNone/>
              <a:defRPr sz="2000"/>
            </a:lvl6pPr>
            <a:lvl7pPr lvl="6" rtl="0" algn="l">
              <a:lnSpc>
                <a:spcPct val="115000"/>
              </a:lnSpc>
              <a:spcBef>
                <a:spcPts val="500"/>
              </a:spcBef>
              <a:spcAft>
                <a:spcPts val="0"/>
              </a:spcAft>
              <a:buSzPts val="2000"/>
              <a:buNone/>
              <a:defRPr sz="2000"/>
            </a:lvl7pPr>
            <a:lvl8pPr lvl="7" rtl="0" algn="l">
              <a:lnSpc>
                <a:spcPct val="115000"/>
              </a:lnSpc>
              <a:spcBef>
                <a:spcPts val="500"/>
              </a:spcBef>
              <a:spcAft>
                <a:spcPts val="0"/>
              </a:spcAft>
              <a:buSzPts val="2000"/>
              <a:buNone/>
              <a:defRPr sz="2000"/>
            </a:lvl8pPr>
            <a:lvl9pPr lvl="8" rtl="0" algn="l">
              <a:lnSpc>
                <a:spcPct val="115000"/>
              </a:lnSpc>
              <a:spcBef>
                <a:spcPts val="500"/>
              </a:spcBef>
              <a:spcAft>
                <a:spcPts val="0"/>
              </a:spcAft>
              <a:buSzPts val="2000"/>
              <a:buNone/>
              <a:defRPr sz="2000"/>
            </a:lvl9pPr>
          </a:lstStyle>
          <a:p/>
        </p:txBody>
      </p:sp>
      <p:sp>
        <p:nvSpPr>
          <p:cNvPr id="440" name="Google Shape;440;p59"/>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41" name="Google Shape;441;p59"/>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5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442" name="Google Shape;442;p59"/>
          <p:cNvSpPr txBox="1"/>
          <p:nvPr>
            <p:ph idx="7" type="body"/>
          </p:nvPr>
        </p:nvSpPr>
        <p:spPr>
          <a:xfrm>
            <a:off x="748484" y="117232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lt1"/>
              </a:buClr>
              <a:buSzPts val="2400"/>
              <a:buNone/>
              <a:defRPr b="0">
                <a:latin typeface="DM Sans Medium"/>
                <a:ea typeface="DM Sans Medium"/>
                <a:cs typeface="DM Sans Medium"/>
                <a:sym typeface="DM Sans Medium"/>
              </a:defRPr>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Content C - 3 Column Cards">
  <p:cSld name="13 Content C - 3 Column Cards">
    <p:spTree>
      <p:nvGrpSpPr>
        <p:cNvPr id="443" name="Shape 443"/>
        <p:cNvGrpSpPr/>
        <p:nvPr/>
      </p:nvGrpSpPr>
      <p:grpSpPr>
        <a:xfrm>
          <a:off x="0" y="0"/>
          <a:ext cx="0" cy="0"/>
          <a:chOff x="0" y="0"/>
          <a:chExt cx="0" cy="0"/>
        </a:xfrm>
      </p:grpSpPr>
      <p:sp>
        <p:nvSpPr>
          <p:cNvPr id="444" name="Google Shape;444;p60"/>
          <p:cNvSpPr/>
          <p:nvPr/>
        </p:nvSpPr>
        <p:spPr>
          <a:xfrm>
            <a:off x="7980085" y="1825633"/>
            <a:ext cx="3599400" cy="4422900"/>
          </a:xfrm>
          <a:prstGeom prst="rect">
            <a:avLst/>
          </a:prstGeom>
          <a:solidFill>
            <a:schemeClr val="lt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45" name="Google Shape;445;p60"/>
          <p:cNvSpPr/>
          <p:nvPr/>
        </p:nvSpPr>
        <p:spPr>
          <a:xfrm>
            <a:off x="4294703" y="1825633"/>
            <a:ext cx="3599400" cy="4422900"/>
          </a:xfrm>
          <a:prstGeom prst="rect">
            <a:avLst/>
          </a:prstGeom>
          <a:solidFill>
            <a:schemeClr val="lt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46" name="Google Shape;446;p60"/>
          <p:cNvSpPr/>
          <p:nvPr/>
        </p:nvSpPr>
        <p:spPr>
          <a:xfrm>
            <a:off x="609453" y="1825633"/>
            <a:ext cx="3599400" cy="4422900"/>
          </a:xfrm>
          <a:prstGeom prst="rect">
            <a:avLst/>
          </a:prstGeom>
          <a:solidFill>
            <a:schemeClr val="lt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47" name="Google Shape;447;p60"/>
          <p:cNvSpPr txBox="1"/>
          <p:nvPr>
            <p:ph idx="1" type="body"/>
          </p:nvPr>
        </p:nvSpPr>
        <p:spPr>
          <a:xfrm>
            <a:off x="761817"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448" name="Google Shape;448;p60"/>
          <p:cNvSpPr txBox="1"/>
          <p:nvPr>
            <p:ph idx="2" type="body"/>
          </p:nvPr>
        </p:nvSpPr>
        <p:spPr>
          <a:xfrm>
            <a:off x="4482524"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449" name="Google Shape;449;p60"/>
          <p:cNvSpPr txBox="1"/>
          <p:nvPr>
            <p:ph idx="3" type="body"/>
          </p:nvPr>
        </p:nvSpPr>
        <p:spPr>
          <a:xfrm>
            <a:off x="8167840" y="2825567"/>
            <a:ext cx="3224100" cy="3233700"/>
          </a:xfrm>
          <a:prstGeom prst="rect">
            <a:avLst/>
          </a:prstGeom>
          <a:noFill/>
          <a:ln>
            <a:noFill/>
          </a:ln>
        </p:spPr>
        <p:txBody>
          <a:bodyPr anchorCtr="0" anchor="t" bIns="0" lIns="0" spcFirstLastPara="1" rIns="0" wrap="square" tIns="0">
            <a:noAutofit/>
          </a:bodyPr>
          <a:lstStyle>
            <a:lvl1pPr indent="-330200" lvl="0" marL="457200" marR="0" rtl="0" algn="l">
              <a:lnSpc>
                <a:spcPct val="115000"/>
              </a:lnSpc>
              <a:spcBef>
                <a:spcPts val="11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1pPr>
            <a:lvl2pPr indent="-304800" lvl="1" marL="914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2pPr>
            <a:lvl3pPr indent="-304800" lvl="2" marL="1371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3pPr>
            <a:lvl4pPr indent="-304800" lvl="3" marL="1828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4pPr>
            <a:lvl5pPr indent="-304800" lvl="4" marL="22860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5pPr>
            <a:lvl6pPr indent="-304800" lvl="5" marL="27432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6pPr>
            <a:lvl7pPr indent="-304800" lvl="6" marL="32004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7pPr>
            <a:lvl8pPr indent="-304800" lvl="7" marL="36576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8pPr>
            <a:lvl9pPr indent="-304800" lvl="8" marL="4114800" marR="0" rtl="0" algn="l">
              <a:lnSpc>
                <a:spcPct val="115000"/>
              </a:lnSpc>
              <a:spcBef>
                <a:spcPts val="500"/>
              </a:spcBef>
              <a:spcAft>
                <a:spcPts val="0"/>
              </a:spcAft>
              <a:buClr>
                <a:schemeClr val="dk1"/>
              </a:buClr>
              <a:buSzPts val="1200"/>
              <a:buFont typeface="DM Sans"/>
              <a:buChar char="•"/>
              <a:defRPr i="0" sz="1200" u="none" cap="none" strike="noStrike">
                <a:solidFill>
                  <a:schemeClr val="dk1"/>
                </a:solidFill>
                <a:latin typeface="DM Sans"/>
                <a:ea typeface="DM Sans"/>
                <a:cs typeface="DM Sans"/>
                <a:sym typeface="DM Sans"/>
              </a:defRPr>
            </a:lvl9pPr>
          </a:lstStyle>
          <a:p/>
        </p:txBody>
      </p:sp>
      <p:sp>
        <p:nvSpPr>
          <p:cNvPr id="450" name="Google Shape;450;p60"/>
          <p:cNvSpPr txBox="1"/>
          <p:nvPr>
            <p:ph idx="4" type="subTitle"/>
          </p:nvPr>
        </p:nvSpPr>
        <p:spPr>
          <a:xfrm>
            <a:off x="786078" y="1970336"/>
            <a:ext cx="31995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solidFill>
                  <a:schemeClr val="dk1"/>
                </a:solidFill>
              </a:defRPr>
            </a:lvl1pPr>
            <a:lvl2pPr lvl="1" rtl="0" algn="l">
              <a:lnSpc>
                <a:spcPct val="115000"/>
              </a:lnSpc>
              <a:spcBef>
                <a:spcPts val="500"/>
              </a:spcBef>
              <a:spcAft>
                <a:spcPts val="0"/>
              </a:spcAft>
              <a:buClr>
                <a:schemeClr val="dk1"/>
              </a:buClr>
              <a:buSzPts val="2000"/>
              <a:buNone/>
              <a:defRPr>
                <a:solidFill>
                  <a:schemeClr val="dk1"/>
                </a:solidFill>
              </a:defRPr>
            </a:lvl2pPr>
            <a:lvl3pPr lvl="2" rtl="0" algn="l">
              <a:lnSpc>
                <a:spcPct val="115000"/>
              </a:lnSpc>
              <a:spcBef>
                <a:spcPts val="500"/>
              </a:spcBef>
              <a:spcAft>
                <a:spcPts val="0"/>
              </a:spcAft>
              <a:buClr>
                <a:schemeClr val="dk1"/>
              </a:buClr>
              <a:buSzPts val="2000"/>
              <a:buNone/>
              <a:defRPr sz="2000">
                <a:solidFill>
                  <a:schemeClr val="dk1"/>
                </a:solidFill>
              </a:defRPr>
            </a:lvl3pPr>
            <a:lvl4pPr lvl="3" rtl="0" algn="l">
              <a:lnSpc>
                <a:spcPct val="115000"/>
              </a:lnSpc>
              <a:spcBef>
                <a:spcPts val="500"/>
              </a:spcBef>
              <a:spcAft>
                <a:spcPts val="0"/>
              </a:spcAft>
              <a:buClr>
                <a:schemeClr val="dk1"/>
              </a:buClr>
              <a:buSzPts val="2000"/>
              <a:buNone/>
              <a:defRPr sz="2000">
                <a:solidFill>
                  <a:schemeClr val="dk1"/>
                </a:solidFill>
              </a:defRPr>
            </a:lvl4pPr>
            <a:lvl5pPr lvl="4" rtl="0" algn="l">
              <a:lnSpc>
                <a:spcPct val="115000"/>
              </a:lnSpc>
              <a:spcBef>
                <a:spcPts val="500"/>
              </a:spcBef>
              <a:spcAft>
                <a:spcPts val="0"/>
              </a:spcAft>
              <a:buClr>
                <a:schemeClr val="dk1"/>
              </a:buClr>
              <a:buSzPts val="2000"/>
              <a:buNone/>
              <a:defRPr sz="2000">
                <a:solidFill>
                  <a:schemeClr val="dk1"/>
                </a:solidFill>
              </a:defRPr>
            </a:lvl5pPr>
            <a:lvl6pPr lvl="5" rtl="0" algn="l">
              <a:lnSpc>
                <a:spcPct val="115000"/>
              </a:lnSpc>
              <a:spcBef>
                <a:spcPts val="500"/>
              </a:spcBef>
              <a:spcAft>
                <a:spcPts val="0"/>
              </a:spcAft>
              <a:buClr>
                <a:schemeClr val="dk1"/>
              </a:buClr>
              <a:buSzPts val="2000"/>
              <a:buNone/>
              <a:defRPr sz="2000">
                <a:solidFill>
                  <a:schemeClr val="dk1"/>
                </a:solidFill>
              </a:defRPr>
            </a:lvl6pPr>
            <a:lvl7pPr lvl="6" rtl="0" algn="l">
              <a:lnSpc>
                <a:spcPct val="115000"/>
              </a:lnSpc>
              <a:spcBef>
                <a:spcPts val="500"/>
              </a:spcBef>
              <a:spcAft>
                <a:spcPts val="0"/>
              </a:spcAft>
              <a:buClr>
                <a:schemeClr val="dk1"/>
              </a:buClr>
              <a:buSzPts val="2000"/>
              <a:buNone/>
              <a:defRPr sz="2000">
                <a:solidFill>
                  <a:schemeClr val="dk1"/>
                </a:solidFill>
              </a:defRPr>
            </a:lvl7pPr>
            <a:lvl8pPr lvl="7" rtl="0" algn="l">
              <a:lnSpc>
                <a:spcPct val="115000"/>
              </a:lnSpc>
              <a:spcBef>
                <a:spcPts val="500"/>
              </a:spcBef>
              <a:spcAft>
                <a:spcPts val="0"/>
              </a:spcAft>
              <a:buClr>
                <a:schemeClr val="dk1"/>
              </a:buClr>
              <a:buSzPts val="2000"/>
              <a:buNone/>
              <a:defRPr sz="2000">
                <a:solidFill>
                  <a:schemeClr val="dk1"/>
                </a:solidFill>
              </a:defRPr>
            </a:lvl8pPr>
            <a:lvl9pPr lvl="8" rtl="0" algn="l">
              <a:lnSpc>
                <a:spcPct val="115000"/>
              </a:lnSpc>
              <a:spcBef>
                <a:spcPts val="500"/>
              </a:spcBef>
              <a:spcAft>
                <a:spcPts val="0"/>
              </a:spcAft>
              <a:buClr>
                <a:schemeClr val="dk1"/>
              </a:buClr>
              <a:buSzPts val="2000"/>
              <a:buNone/>
              <a:defRPr sz="2000">
                <a:solidFill>
                  <a:schemeClr val="dk1"/>
                </a:solidFill>
              </a:defRPr>
            </a:lvl9pPr>
          </a:lstStyle>
          <a:p/>
        </p:txBody>
      </p:sp>
      <p:sp>
        <p:nvSpPr>
          <p:cNvPr id="451" name="Google Shape;451;p60"/>
          <p:cNvSpPr txBox="1"/>
          <p:nvPr>
            <p:ph idx="5" type="subTitle"/>
          </p:nvPr>
        </p:nvSpPr>
        <p:spPr>
          <a:xfrm>
            <a:off x="4494721" y="1970336"/>
            <a:ext cx="31995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solidFill>
                  <a:schemeClr val="dk1"/>
                </a:solidFill>
              </a:defRPr>
            </a:lvl1pPr>
            <a:lvl2pPr lvl="1" rtl="0" algn="l">
              <a:lnSpc>
                <a:spcPct val="115000"/>
              </a:lnSpc>
              <a:spcBef>
                <a:spcPts val="500"/>
              </a:spcBef>
              <a:spcAft>
                <a:spcPts val="0"/>
              </a:spcAft>
              <a:buClr>
                <a:schemeClr val="dk1"/>
              </a:buClr>
              <a:buSzPts val="2000"/>
              <a:buNone/>
              <a:defRPr>
                <a:solidFill>
                  <a:schemeClr val="dk1"/>
                </a:solidFill>
              </a:defRPr>
            </a:lvl2pPr>
            <a:lvl3pPr lvl="2" rtl="0" algn="l">
              <a:lnSpc>
                <a:spcPct val="115000"/>
              </a:lnSpc>
              <a:spcBef>
                <a:spcPts val="500"/>
              </a:spcBef>
              <a:spcAft>
                <a:spcPts val="0"/>
              </a:spcAft>
              <a:buClr>
                <a:schemeClr val="dk1"/>
              </a:buClr>
              <a:buSzPts val="2000"/>
              <a:buNone/>
              <a:defRPr sz="2000">
                <a:solidFill>
                  <a:schemeClr val="dk1"/>
                </a:solidFill>
              </a:defRPr>
            </a:lvl3pPr>
            <a:lvl4pPr lvl="3" rtl="0" algn="l">
              <a:lnSpc>
                <a:spcPct val="115000"/>
              </a:lnSpc>
              <a:spcBef>
                <a:spcPts val="500"/>
              </a:spcBef>
              <a:spcAft>
                <a:spcPts val="0"/>
              </a:spcAft>
              <a:buClr>
                <a:schemeClr val="dk1"/>
              </a:buClr>
              <a:buSzPts val="2000"/>
              <a:buNone/>
              <a:defRPr sz="2000">
                <a:solidFill>
                  <a:schemeClr val="dk1"/>
                </a:solidFill>
              </a:defRPr>
            </a:lvl4pPr>
            <a:lvl5pPr lvl="4" rtl="0" algn="l">
              <a:lnSpc>
                <a:spcPct val="115000"/>
              </a:lnSpc>
              <a:spcBef>
                <a:spcPts val="500"/>
              </a:spcBef>
              <a:spcAft>
                <a:spcPts val="0"/>
              </a:spcAft>
              <a:buClr>
                <a:schemeClr val="dk1"/>
              </a:buClr>
              <a:buSzPts val="2000"/>
              <a:buNone/>
              <a:defRPr sz="2000">
                <a:solidFill>
                  <a:schemeClr val="dk1"/>
                </a:solidFill>
              </a:defRPr>
            </a:lvl5pPr>
            <a:lvl6pPr lvl="5" rtl="0" algn="l">
              <a:lnSpc>
                <a:spcPct val="115000"/>
              </a:lnSpc>
              <a:spcBef>
                <a:spcPts val="500"/>
              </a:spcBef>
              <a:spcAft>
                <a:spcPts val="0"/>
              </a:spcAft>
              <a:buClr>
                <a:schemeClr val="dk1"/>
              </a:buClr>
              <a:buSzPts val="2000"/>
              <a:buNone/>
              <a:defRPr sz="2000">
                <a:solidFill>
                  <a:schemeClr val="dk1"/>
                </a:solidFill>
              </a:defRPr>
            </a:lvl6pPr>
            <a:lvl7pPr lvl="6" rtl="0" algn="l">
              <a:lnSpc>
                <a:spcPct val="115000"/>
              </a:lnSpc>
              <a:spcBef>
                <a:spcPts val="500"/>
              </a:spcBef>
              <a:spcAft>
                <a:spcPts val="0"/>
              </a:spcAft>
              <a:buClr>
                <a:schemeClr val="dk1"/>
              </a:buClr>
              <a:buSzPts val="2000"/>
              <a:buNone/>
              <a:defRPr sz="2000">
                <a:solidFill>
                  <a:schemeClr val="dk1"/>
                </a:solidFill>
              </a:defRPr>
            </a:lvl7pPr>
            <a:lvl8pPr lvl="7" rtl="0" algn="l">
              <a:lnSpc>
                <a:spcPct val="115000"/>
              </a:lnSpc>
              <a:spcBef>
                <a:spcPts val="500"/>
              </a:spcBef>
              <a:spcAft>
                <a:spcPts val="0"/>
              </a:spcAft>
              <a:buClr>
                <a:schemeClr val="dk1"/>
              </a:buClr>
              <a:buSzPts val="2000"/>
              <a:buNone/>
              <a:defRPr sz="2000">
                <a:solidFill>
                  <a:schemeClr val="dk1"/>
                </a:solidFill>
              </a:defRPr>
            </a:lvl8pPr>
            <a:lvl9pPr lvl="8" rtl="0" algn="l">
              <a:lnSpc>
                <a:spcPct val="115000"/>
              </a:lnSpc>
              <a:spcBef>
                <a:spcPts val="500"/>
              </a:spcBef>
              <a:spcAft>
                <a:spcPts val="0"/>
              </a:spcAft>
              <a:buClr>
                <a:schemeClr val="dk1"/>
              </a:buClr>
              <a:buSzPts val="2000"/>
              <a:buNone/>
              <a:defRPr sz="2000">
                <a:solidFill>
                  <a:schemeClr val="dk1"/>
                </a:solidFill>
              </a:defRPr>
            </a:lvl9pPr>
          </a:lstStyle>
          <a:p/>
        </p:txBody>
      </p:sp>
      <p:sp>
        <p:nvSpPr>
          <p:cNvPr id="452" name="Google Shape;452;p60"/>
          <p:cNvSpPr txBox="1"/>
          <p:nvPr>
            <p:ph idx="6" type="subTitle"/>
          </p:nvPr>
        </p:nvSpPr>
        <p:spPr>
          <a:xfrm>
            <a:off x="8180037" y="1970336"/>
            <a:ext cx="3199500" cy="643200"/>
          </a:xfrm>
          <a:prstGeom prst="rect">
            <a:avLst/>
          </a:prstGeom>
          <a:noFill/>
          <a:ln>
            <a:noFill/>
          </a:ln>
        </p:spPr>
        <p:txBody>
          <a:bodyPr anchorCtr="0" anchor="t" bIns="0" lIns="0" spcFirstLastPara="1" rIns="0" wrap="square" tIns="0">
            <a:noAutofit/>
          </a:bodyPr>
          <a:lstStyle>
            <a:lvl1pPr lvl="0" rtl="0" algn="l">
              <a:lnSpc>
                <a:spcPct val="115000"/>
              </a:lnSpc>
              <a:spcBef>
                <a:spcPts val="1100"/>
              </a:spcBef>
              <a:spcAft>
                <a:spcPts val="0"/>
              </a:spcAft>
              <a:buClr>
                <a:schemeClr val="dk1"/>
              </a:buClr>
              <a:buSzPts val="2000"/>
              <a:buNone/>
              <a:defRPr b="1" sz="2000">
                <a:solidFill>
                  <a:schemeClr val="dk1"/>
                </a:solidFill>
              </a:defRPr>
            </a:lvl1pPr>
            <a:lvl2pPr lvl="1" rtl="0" algn="l">
              <a:lnSpc>
                <a:spcPct val="115000"/>
              </a:lnSpc>
              <a:spcBef>
                <a:spcPts val="500"/>
              </a:spcBef>
              <a:spcAft>
                <a:spcPts val="0"/>
              </a:spcAft>
              <a:buClr>
                <a:schemeClr val="dk1"/>
              </a:buClr>
              <a:buSzPts val="2000"/>
              <a:buNone/>
              <a:defRPr>
                <a:solidFill>
                  <a:schemeClr val="dk1"/>
                </a:solidFill>
              </a:defRPr>
            </a:lvl2pPr>
            <a:lvl3pPr lvl="2" rtl="0" algn="l">
              <a:lnSpc>
                <a:spcPct val="115000"/>
              </a:lnSpc>
              <a:spcBef>
                <a:spcPts val="500"/>
              </a:spcBef>
              <a:spcAft>
                <a:spcPts val="0"/>
              </a:spcAft>
              <a:buClr>
                <a:schemeClr val="dk1"/>
              </a:buClr>
              <a:buSzPts val="2000"/>
              <a:buNone/>
              <a:defRPr sz="2000">
                <a:solidFill>
                  <a:schemeClr val="dk1"/>
                </a:solidFill>
              </a:defRPr>
            </a:lvl3pPr>
            <a:lvl4pPr lvl="3" rtl="0" algn="l">
              <a:lnSpc>
                <a:spcPct val="115000"/>
              </a:lnSpc>
              <a:spcBef>
                <a:spcPts val="500"/>
              </a:spcBef>
              <a:spcAft>
                <a:spcPts val="0"/>
              </a:spcAft>
              <a:buClr>
                <a:schemeClr val="dk1"/>
              </a:buClr>
              <a:buSzPts val="2000"/>
              <a:buNone/>
              <a:defRPr sz="2000">
                <a:solidFill>
                  <a:schemeClr val="dk1"/>
                </a:solidFill>
              </a:defRPr>
            </a:lvl4pPr>
            <a:lvl5pPr lvl="4" rtl="0" algn="l">
              <a:lnSpc>
                <a:spcPct val="115000"/>
              </a:lnSpc>
              <a:spcBef>
                <a:spcPts val="500"/>
              </a:spcBef>
              <a:spcAft>
                <a:spcPts val="0"/>
              </a:spcAft>
              <a:buClr>
                <a:schemeClr val="dk1"/>
              </a:buClr>
              <a:buSzPts val="2000"/>
              <a:buNone/>
              <a:defRPr sz="2000">
                <a:solidFill>
                  <a:schemeClr val="dk1"/>
                </a:solidFill>
              </a:defRPr>
            </a:lvl5pPr>
            <a:lvl6pPr lvl="5" rtl="0" algn="l">
              <a:lnSpc>
                <a:spcPct val="115000"/>
              </a:lnSpc>
              <a:spcBef>
                <a:spcPts val="500"/>
              </a:spcBef>
              <a:spcAft>
                <a:spcPts val="0"/>
              </a:spcAft>
              <a:buClr>
                <a:schemeClr val="dk1"/>
              </a:buClr>
              <a:buSzPts val="2000"/>
              <a:buNone/>
              <a:defRPr sz="2000">
                <a:solidFill>
                  <a:schemeClr val="dk1"/>
                </a:solidFill>
              </a:defRPr>
            </a:lvl6pPr>
            <a:lvl7pPr lvl="6" rtl="0" algn="l">
              <a:lnSpc>
                <a:spcPct val="115000"/>
              </a:lnSpc>
              <a:spcBef>
                <a:spcPts val="500"/>
              </a:spcBef>
              <a:spcAft>
                <a:spcPts val="0"/>
              </a:spcAft>
              <a:buClr>
                <a:schemeClr val="dk1"/>
              </a:buClr>
              <a:buSzPts val="2000"/>
              <a:buNone/>
              <a:defRPr sz="2000">
                <a:solidFill>
                  <a:schemeClr val="dk1"/>
                </a:solidFill>
              </a:defRPr>
            </a:lvl7pPr>
            <a:lvl8pPr lvl="7" rtl="0" algn="l">
              <a:lnSpc>
                <a:spcPct val="115000"/>
              </a:lnSpc>
              <a:spcBef>
                <a:spcPts val="500"/>
              </a:spcBef>
              <a:spcAft>
                <a:spcPts val="0"/>
              </a:spcAft>
              <a:buClr>
                <a:schemeClr val="dk1"/>
              </a:buClr>
              <a:buSzPts val="2000"/>
              <a:buNone/>
              <a:defRPr sz="2000">
                <a:solidFill>
                  <a:schemeClr val="dk1"/>
                </a:solidFill>
              </a:defRPr>
            </a:lvl8pPr>
            <a:lvl9pPr lvl="8" rtl="0" algn="l">
              <a:lnSpc>
                <a:spcPct val="115000"/>
              </a:lnSpc>
              <a:spcBef>
                <a:spcPts val="500"/>
              </a:spcBef>
              <a:spcAft>
                <a:spcPts val="0"/>
              </a:spcAft>
              <a:buClr>
                <a:schemeClr val="dk1"/>
              </a:buClr>
              <a:buSzPts val="2000"/>
              <a:buNone/>
              <a:defRPr sz="2000">
                <a:solidFill>
                  <a:schemeClr val="dk1"/>
                </a:solidFill>
              </a:defRPr>
            </a:lvl9pPr>
          </a:lstStyle>
          <a:p/>
        </p:txBody>
      </p:sp>
      <p:sp>
        <p:nvSpPr>
          <p:cNvPr id="453" name="Google Shape;453;p60"/>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54" name="Google Shape;454;p60"/>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15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455" name="Google Shape;455;p60"/>
          <p:cNvSpPr txBox="1"/>
          <p:nvPr>
            <p:ph idx="7" type="body"/>
          </p:nvPr>
        </p:nvSpPr>
        <p:spPr>
          <a:xfrm>
            <a:off x="748484" y="117232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lt1"/>
              </a:buClr>
              <a:buSzPts val="2400"/>
              <a:buNone/>
              <a:defRPr b="0">
                <a:latin typeface="DM Sans Medium"/>
                <a:ea typeface="DM Sans Medium"/>
                <a:cs typeface="DM Sans Medium"/>
                <a:sym typeface="DM Sans Medium"/>
              </a:defRPr>
            </a:lvl1pPr>
            <a:lvl2pPr indent="-228600" lvl="1" marL="914400" rtl="0" algn="l">
              <a:lnSpc>
                <a:spcPct val="100000"/>
              </a:lnSpc>
              <a:spcBef>
                <a:spcPts val="0"/>
              </a:spcBef>
              <a:spcAft>
                <a:spcPts val="0"/>
              </a:spcAft>
              <a:buClr>
                <a:schemeClr val="lt1"/>
              </a:buClr>
              <a:buSzPts val="1500"/>
              <a:buNone/>
              <a:defRPr/>
            </a:lvl2pPr>
            <a:lvl3pPr indent="-228600" lvl="2" marL="1371600" rtl="0" algn="l">
              <a:lnSpc>
                <a:spcPct val="100000"/>
              </a:lnSpc>
              <a:spcBef>
                <a:spcPts val="0"/>
              </a:spcBef>
              <a:spcAft>
                <a:spcPts val="0"/>
              </a:spcAft>
              <a:buClr>
                <a:schemeClr val="lt1"/>
              </a:buClr>
              <a:buSzPts val="1500"/>
              <a:buNone/>
              <a:defRPr/>
            </a:lvl3pPr>
            <a:lvl4pPr indent="-228600" lvl="3" marL="1828800" rtl="0" algn="l">
              <a:lnSpc>
                <a:spcPct val="100000"/>
              </a:lnSpc>
              <a:spcBef>
                <a:spcPts val="0"/>
              </a:spcBef>
              <a:spcAft>
                <a:spcPts val="0"/>
              </a:spcAft>
              <a:buClr>
                <a:schemeClr val="lt1"/>
              </a:buClr>
              <a:buSzPts val="1500"/>
              <a:buNone/>
              <a:defRPr/>
            </a:lvl4pPr>
            <a:lvl5pPr indent="-228600" lvl="4" marL="2286000" rtl="0" algn="l">
              <a:lnSpc>
                <a:spcPct val="100000"/>
              </a:lnSpc>
              <a:spcBef>
                <a:spcPts val="0"/>
              </a:spcBef>
              <a:spcAft>
                <a:spcPts val="0"/>
              </a:spcAft>
              <a:buClr>
                <a:schemeClr val="lt1"/>
              </a:buClr>
              <a:buSzPts val="1500"/>
              <a:buNone/>
              <a:defRPr/>
            </a:lvl5pPr>
            <a:lvl6pPr indent="-228600" lvl="5" marL="2743200" rtl="0" algn="l">
              <a:lnSpc>
                <a:spcPct val="100000"/>
              </a:lnSpc>
              <a:spcBef>
                <a:spcPts val="0"/>
              </a:spcBef>
              <a:spcAft>
                <a:spcPts val="0"/>
              </a:spcAft>
              <a:buClr>
                <a:schemeClr val="lt1"/>
              </a:buClr>
              <a:buSzPts val="1500"/>
              <a:buNone/>
              <a:defRPr>
                <a:solidFill>
                  <a:schemeClr val="lt1"/>
                </a:solidFill>
              </a:defRPr>
            </a:lvl6pPr>
            <a:lvl7pPr indent="-228600" lvl="6" marL="3200400" rtl="0" algn="l">
              <a:lnSpc>
                <a:spcPct val="100000"/>
              </a:lnSpc>
              <a:spcBef>
                <a:spcPts val="0"/>
              </a:spcBef>
              <a:spcAft>
                <a:spcPts val="0"/>
              </a:spcAft>
              <a:buClr>
                <a:schemeClr val="lt1"/>
              </a:buClr>
              <a:buSzPts val="1500"/>
              <a:buNone/>
              <a:defRPr>
                <a:solidFill>
                  <a:schemeClr val="lt1"/>
                </a:solidFill>
              </a:defRPr>
            </a:lvl7pPr>
            <a:lvl8pPr indent="-228600" lvl="7" marL="3657600" rtl="0" algn="l">
              <a:lnSpc>
                <a:spcPct val="100000"/>
              </a:lnSpc>
              <a:spcBef>
                <a:spcPts val="0"/>
              </a:spcBef>
              <a:spcAft>
                <a:spcPts val="0"/>
              </a:spcAft>
              <a:buClr>
                <a:schemeClr val="lt1"/>
              </a:buClr>
              <a:buSzPts val="1500"/>
              <a:buNone/>
              <a:defRPr>
                <a:solidFill>
                  <a:schemeClr val="lt1"/>
                </a:solidFill>
              </a:defRPr>
            </a:lvl8pPr>
            <a:lvl9pPr indent="-228600" lvl="8" marL="4114800" rtl="0" algn="l">
              <a:lnSpc>
                <a:spcPct val="100000"/>
              </a:lnSpc>
              <a:spcBef>
                <a:spcPts val="0"/>
              </a:spcBef>
              <a:spcAft>
                <a:spcPts val="0"/>
              </a:spcAft>
              <a:buClr>
                <a:schemeClr val="lt1"/>
              </a:buClr>
              <a:buSzPts val="1500"/>
              <a:buNone/>
              <a:defRPr>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Blank" showMasterSp="0">
  <p:cSld name="Content E - Blank">
    <p:spTree>
      <p:nvGrpSpPr>
        <p:cNvPr id="456" name="Shape 456"/>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2" showMasterSp="0">
  <p:cSld name="Content E - Power Statement 2">
    <p:bg>
      <p:bgPr>
        <a:solidFill>
          <a:schemeClr val="accent2"/>
        </a:solidFill>
      </p:bgPr>
    </p:bg>
    <p:spTree>
      <p:nvGrpSpPr>
        <p:cNvPr id="457" name="Shape 457"/>
        <p:cNvGrpSpPr/>
        <p:nvPr/>
      </p:nvGrpSpPr>
      <p:grpSpPr>
        <a:xfrm>
          <a:off x="0" y="0"/>
          <a:ext cx="0" cy="0"/>
          <a:chOff x="0" y="0"/>
          <a:chExt cx="0" cy="0"/>
        </a:xfrm>
      </p:grpSpPr>
      <p:sp>
        <p:nvSpPr>
          <p:cNvPr id="458" name="Google Shape;458;p62"/>
          <p:cNvSpPr txBox="1"/>
          <p:nvPr>
            <p:ph type="title"/>
          </p:nvPr>
        </p:nvSpPr>
        <p:spPr>
          <a:xfrm>
            <a:off x="762000" y="609600"/>
            <a:ext cx="10660200" cy="56388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Clr>
                <a:schemeClr val="accent1"/>
              </a:buClr>
              <a:buSzPts val="4800"/>
              <a:buFont typeface="DM Sans Medium"/>
              <a:buNone/>
              <a:defRPr i="0" sz="4800" u="none" cap="none" strike="noStrike">
                <a:solidFill>
                  <a:schemeClr val="lt1"/>
                </a:solidFill>
                <a:latin typeface="DM Sans Medium"/>
                <a:ea typeface="DM Sans Medium"/>
                <a:cs typeface="DM Sans Medium"/>
                <a:sym typeface="DM Sans Medium"/>
              </a:defRPr>
            </a:lvl1pPr>
            <a:lvl2pPr lvl="1" rtl="0" algn="l">
              <a:lnSpc>
                <a:spcPct val="100000"/>
              </a:lnSpc>
              <a:spcBef>
                <a:spcPts val="0"/>
              </a:spcBef>
              <a:spcAft>
                <a:spcPts val="0"/>
              </a:spcAft>
              <a:buSzPts val="1500"/>
              <a:buNone/>
              <a:defRPr sz="1900"/>
            </a:lvl2pPr>
            <a:lvl3pPr lvl="2" rtl="0" algn="l">
              <a:lnSpc>
                <a:spcPct val="100000"/>
              </a:lnSpc>
              <a:spcBef>
                <a:spcPts val="0"/>
              </a:spcBef>
              <a:spcAft>
                <a:spcPts val="0"/>
              </a:spcAft>
              <a:buSzPts val="1500"/>
              <a:buNone/>
              <a:defRPr sz="1900"/>
            </a:lvl3pPr>
            <a:lvl4pPr lvl="3" rtl="0" algn="l">
              <a:lnSpc>
                <a:spcPct val="100000"/>
              </a:lnSpc>
              <a:spcBef>
                <a:spcPts val="0"/>
              </a:spcBef>
              <a:spcAft>
                <a:spcPts val="0"/>
              </a:spcAft>
              <a:buSzPts val="1500"/>
              <a:buNone/>
              <a:defRPr sz="1900"/>
            </a:lvl4pPr>
            <a:lvl5pPr lvl="4" rtl="0" algn="l">
              <a:lnSpc>
                <a:spcPct val="100000"/>
              </a:lnSpc>
              <a:spcBef>
                <a:spcPts val="0"/>
              </a:spcBef>
              <a:spcAft>
                <a:spcPts val="0"/>
              </a:spcAft>
              <a:buSzPts val="1500"/>
              <a:buNone/>
              <a:defRPr sz="1900"/>
            </a:lvl5pPr>
            <a:lvl6pPr lvl="5" rtl="0" algn="l">
              <a:lnSpc>
                <a:spcPct val="100000"/>
              </a:lnSpc>
              <a:spcBef>
                <a:spcPts val="0"/>
              </a:spcBef>
              <a:spcAft>
                <a:spcPts val="0"/>
              </a:spcAft>
              <a:buSzPts val="1500"/>
              <a:buNone/>
              <a:defRPr sz="1900"/>
            </a:lvl6pPr>
            <a:lvl7pPr lvl="6" rtl="0" algn="l">
              <a:lnSpc>
                <a:spcPct val="100000"/>
              </a:lnSpc>
              <a:spcBef>
                <a:spcPts val="0"/>
              </a:spcBef>
              <a:spcAft>
                <a:spcPts val="0"/>
              </a:spcAft>
              <a:buSzPts val="1500"/>
              <a:buNone/>
              <a:defRPr sz="1900"/>
            </a:lvl7pPr>
            <a:lvl8pPr lvl="7" rtl="0" algn="l">
              <a:lnSpc>
                <a:spcPct val="100000"/>
              </a:lnSpc>
              <a:spcBef>
                <a:spcPts val="0"/>
              </a:spcBef>
              <a:spcAft>
                <a:spcPts val="0"/>
              </a:spcAft>
              <a:buSzPts val="1500"/>
              <a:buNone/>
              <a:defRPr sz="1900"/>
            </a:lvl8pPr>
            <a:lvl9pPr lvl="8" rtl="0" algn="l">
              <a:lnSpc>
                <a:spcPct val="100000"/>
              </a:lnSpc>
              <a:spcBef>
                <a:spcPts val="0"/>
              </a:spcBef>
              <a:spcAft>
                <a:spcPts val="0"/>
              </a:spcAft>
              <a:buSzPts val="1500"/>
              <a:buNone/>
              <a:defRPr sz="1900"/>
            </a:lvl9pPr>
          </a:lstStyle>
          <a:p/>
        </p:txBody>
      </p:sp>
      <p:sp>
        <p:nvSpPr>
          <p:cNvPr id="459" name="Google Shape;459;p62"/>
          <p:cNvSpPr txBox="1"/>
          <p:nvPr/>
        </p:nvSpPr>
        <p:spPr>
          <a:xfrm>
            <a:off x="646568" y="6361500"/>
            <a:ext cx="5377800" cy="415500"/>
          </a:xfrm>
          <a:prstGeom prst="rect">
            <a:avLst/>
          </a:prstGeom>
          <a:noFill/>
          <a:ln>
            <a:noFill/>
          </a:ln>
        </p:spPr>
        <p:txBody>
          <a:bodyPr anchorCtr="0" anchor="t" bIns="121875" lIns="121875" spcFirstLastPara="1" rIns="121875" wrap="square" tIns="1218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dk1"/>
                </a:solidFill>
                <a:latin typeface="DM Sans"/>
                <a:ea typeface="DM Sans"/>
                <a:cs typeface="DM Sans"/>
                <a:sym typeface="DM Sans"/>
              </a:rPr>
              <a:t>©202</a:t>
            </a:r>
            <a:r>
              <a:rPr lang="en" sz="1100">
                <a:solidFill>
                  <a:schemeClr val="dk1"/>
                </a:solidFill>
                <a:latin typeface="DM Sans"/>
                <a:ea typeface="DM Sans"/>
                <a:cs typeface="DM Sans"/>
                <a:sym typeface="DM Sans"/>
              </a:rPr>
              <a:t>4</a:t>
            </a:r>
            <a:r>
              <a:rPr b="0" i="0" lang="en" sz="1100" u="none" cap="none" strike="noStrike">
                <a:solidFill>
                  <a:schemeClr val="dk1"/>
                </a:solidFill>
                <a:latin typeface="DM Sans"/>
                <a:ea typeface="DM Sans"/>
                <a:cs typeface="DM Sans"/>
                <a:sym typeface="DM Sans"/>
              </a:rPr>
              <a:t> Databricks Inc. — All rights reserved</a:t>
            </a:r>
            <a:endParaRPr b="0" i="0" sz="1100" u="none" cap="none" strike="noStrike">
              <a:solidFill>
                <a:schemeClr val="dk1"/>
              </a:solidFill>
              <a:latin typeface="DM Sans"/>
              <a:ea typeface="DM Sans"/>
              <a:cs typeface="DM Sans"/>
              <a:sym typeface="DM Sans"/>
            </a:endParaRPr>
          </a:p>
        </p:txBody>
      </p:sp>
      <p:sp>
        <p:nvSpPr>
          <p:cNvPr id="460" name="Google Shape;460;p62"/>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1pPr>
            <a:lvl2pPr indent="0" lvl="1"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2pPr>
            <a:lvl3pPr indent="0" lvl="2"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3pPr>
            <a:lvl4pPr indent="0" lvl="3"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4pPr>
            <a:lvl5pPr indent="0" lvl="4"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5pPr>
            <a:lvl6pPr indent="0" lvl="5"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6pPr>
            <a:lvl7pPr indent="0" lvl="6"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7pPr>
            <a:lvl8pPr indent="0" lvl="7"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8pPr>
            <a:lvl9pPr indent="0" lvl="8" marL="0" rtl="0" algn="r">
              <a:lnSpc>
                <a:spcPct val="100000"/>
              </a:lnSpc>
              <a:spcBef>
                <a:spcPts val="0"/>
              </a:spcBef>
              <a:spcAft>
                <a:spcPts val="0"/>
              </a:spcAft>
              <a:buSzPts val="1100"/>
              <a:buNone/>
              <a:defRPr b="0" i="0" sz="1100" u="none" cap="none" strike="noStrike">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461" name="Google Shape;461;p62"/>
          <p:cNvPicPr preferRelativeResize="0"/>
          <p:nvPr/>
        </p:nvPicPr>
        <p:blipFill rotWithShape="1">
          <a:blip r:embed="rId2">
            <a:alphaModFix/>
          </a:blip>
          <a:srcRect b="0" l="0" r="0" t="0"/>
          <a:stretch/>
        </p:blipFill>
        <p:spPr>
          <a:xfrm>
            <a:off x="10665440" y="6473302"/>
            <a:ext cx="186673" cy="186673"/>
          </a:xfrm>
          <a:prstGeom prst="rect">
            <a:avLst/>
          </a:prstGeom>
          <a:noFill/>
          <a:ln>
            <a:noFill/>
          </a:ln>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3">
  <p:cSld name="Content E - Power Statement 3">
    <p:bg>
      <p:bgPr>
        <a:solidFill>
          <a:schemeClr val="dk1"/>
        </a:solidFill>
      </p:bgPr>
    </p:bg>
    <p:spTree>
      <p:nvGrpSpPr>
        <p:cNvPr id="462" name="Shape 462"/>
        <p:cNvGrpSpPr/>
        <p:nvPr/>
      </p:nvGrpSpPr>
      <p:grpSpPr>
        <a:xfrm>
          <a:off x="0" y="0"/>
          <a:ext cx="0" cy="0"/>
          <a:chOff x="0" y="0"/>
          <a:chExt cx="0" cy="0"/>
        </a:xfrm>
      </p:grpSpPr>
      <p:sp>
        <p:nvSpPr>
          <p:cNvPr id="463" name="Google Shape;463;p63"/>
          <p:cNvSpPr txBox="1"/>
          <p:nvPr>
            <p:ph type="title"/>
          </p:nvPr>
        </p:nvSpPr>
        <p:spPr>
          <a:xfrm>
            <a:off x="609625" y="609600"/>
            <a:ext cx="10969800" cy="56388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464" name="Google Shape;464;p63"/>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3 1">
  <p:cSld name="Content E - Power Statement 3_1">
    <p:bg>
      <p:bgPr>
        <a:solidFill>
          <a:schemeClr val="dk2"/>
        </a:solidFill>
      </p:bgPr>
    </p:bg>
    <p:spTree>
      <p:nvGrpSpPr>
        <p:cNvPr id="465" name="Shape 465"/>
        <p:cNvGrpSpPr/>
        <p:nvPr/>
      </p:nvGrpSpPr>
      <p:grpSpPr>
        <a:xfrm>
          <a:off x="0" y="0"/>
          <a:ext cx="0" cy="0"/>
          <a:chOff x="0" y="0"/>
          <a:chExt cx="0" cy="0"/>
        </a:xfrm>
      </p:grpSpPr>
      <p:sp>
        <p:nvSpPr>
          <p:cNvPr id="466" name="Google Shape;466;p64"/>
          <p:cNvSpPr txBox="1"/>
          <p:nvPr>
            <p:ph type="title"/>
          </p:nvPr>
        </p:nvSpPr>
        <p:spPr>
          <a:xfrm>
            <a:off x="762000" y="609600"/>
            <a:ext cx="10665000" cy="56388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latin typeface="DM Sans Medium"/>
                <a:ea typeface="DM Sans Medium"/>
                <a:cs typeface="DM Sans Medium"/>
                <a:sym typeface="DM Sans Medium"/>
              </a:defRPr>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sp>
        <p:nvSpPr>
          <p:cNvPr id="467" name="Google Shape;467;p64"/>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4">
  <p:cSld name="Content E - Power Statement 4">
    <p:bg>
      <p:bgPr>
        <a:solidFill>
          <a:schemeClr val="accent4"/>
        </a:solidFill>
      </p:bgPr>
    </p:bg>
    <p:spTree>
      <p:nvGrpSpPr>
        <p:cNvPr id="468" name="Shape 468"/>
        <p:cNvGrpSpPr/>
        <p:nvPr/>
      </p:nvGrpSpPr>
      <p:grpSpPr>
        <a:xfrm>
          <a:off x="0" y="0"/>
          <a:ext cx="0" cy="0"/>
          <a:chOff x="0" y="0"/>
          <a:chExt cx="0" cy="0"/>
        </a:xfrm>
      </p:grpSpPr>
      <p:sp>
        <p:nvSpPr>
          <p:cNvPr id="469" name="Google Shape;469;p65"/>
          <p:cNvSpPr txBox="1"/>
          <p:nvPr>
            <p:ph type="title"/>
          </p:nvPr>
        </p:nvSpPr>
        <p:spPr>
          <a:xfrm>
            <a:off x="762000" y="609600"/>
            <a:ext cx="10660200" cy="56388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solidFill>
                  <a:schemeClr val="dk1"/>
                </a:solidFill>
                <a:latin typeface="DM Sans Medium"/>
                <a:ea typeface="DM Sans Medium"/>
                <a:cs typeface="DM Sans Medium"/>
                <a:sym typeface="DM Sans Medium"/>
              </a:defRPr>
            </a:lvl1pPr>
            <a:lvl2pPr lvl="1" rtl="0" algn="l">
              <a:lnSpc>
                <a:spcPct val="100000"/>
              </a:lnSpc>
              <a:spcBef>
                <a:spcPts val="0"/>
              </a:spcBef>
              <a:spcAft>
                <a:spcPts val="0"/>
              </a:spcAft>
              <a:buSzPts val="1500"/>
              <a:buNone/>
              <a:defRPr sz="1900"/>
            </a:lvl2pPr>
            <a:lvl3pPr lvl="2" rtl="0" algn="l">
              <a:lnSpc>
                <a:spcPct val="100000"/>
              </a:lnSpc>
              <a:spcBef>
                <a:spcPts val="0"/>
              </a:spcBef>
              <a:spcAft>
                <a:spcPts val="0"/>
              </a:spcAft>
              <a:buSzPts val="1500"/>
              <a:buNone/>
              <a:defRPr sz="1900"/>
            </a:lvl3pPr>
            <a:lvl4pPr lvl="3" rtl="0" algn="l">
              <a:lnSpc>
                <a:spcPct val="100000"/>
              </a:lnSpc>
              <a:spcBef>
                <a:spcPts val="0"/>
              </a:spcBef>
              <a:spcAft>
                <a:spcPts val="0"/>
              </a:spcAft>
              <a:buSzPts val="1500"/>
              <a:buNone/>
              <a:defRPr sz="1900"/>
            </a:lvl4pPr>
            <a:lvl5pPr lvl="4" rtl="0" algn="l">
              <a:lnSpc>
                <a:spcPct val="100000"/>
              </a:lnSpc>
              <a:spcBef>
                <a:spcPts val="0"/>
              </a:spcBef>
              <a:spcAft>
                <a:spcPts val="0"/>
              </a:spcAft>
              <a:buSzPts val="1500"/>
              <a:buNone/>
              <a:defRPr sz="1900"/>
            </a:lvl5pPr>
            <a:lvl6pPr lvl="5" rtl="0" algn="l">
              <a:lnSpc>
                <a:spcPct val="100000"/>
              </a:lnSpc>
              <a:spcBef>
                <a:spcPts val="0"/>
              </a:spcBef>
              <a:spcAft>
                <a:spcPts val="0"/>
              </a:spcAft>
              <a:buSzPts val="1500"/>
              <a:buNone/>
              <a:defRPr sz="1900"/>
            </a:lvl6pPr>
            <a:lvl7pPr lvl="6" rtl="0" algn="l">
              <a:lnSpc>
                <a:spcPct val="100000"/>
              </a:lnSpc>
              <a:spcBef>
                <a:spcPts val="0"/>
              </a:spcBef>
              <a:spcAft>
                <a:spcPts val="0"/>
              </a:spcAft>
              <a:buSzPts val="1500"/>
              <a:buNone/>
              <a:defRPr sz="1900"/>
            </a:lvl7pPr>
            <a:lvl8pPr lvl="7" rtl="0" algn="l">
              <a:lnSpc>
                <a:spcPct val="100000"/>
              </a:lnSpc>
              <a:spcBef>
                <a:spcPts val="0"/>
              </a:spcBef>
              <a:spcAft>
                <a:spcPts val="0"/>
              </a:spcAft>
              <a:buSzPts val="1500"/>
              <a:buNone/>
              <a:defRPr sz="1900"/>
            </a:lvl8pPr>
            <a:lvl9pPr lvl="8" rtl="0" algn="l">
              <a:lnSpc>
                <a:spcPct val="100000"/>
              </a:lnSpc>
              <a:spcBef>
                <a:spcPts val="0"/>
              </a:spcBef>
              <a:spcAft>
                <a:spcPts val="0"/>
              </a:spcAft>
              <a:buSzPts val="1500"/>
              <a:buNone/>
              <a:defRPr sz="1900"/>
            </a:lvl9pPr>
          </a:lstStyle>
          <a:p/>
        </p:txBody>
      </p:sp>
      <p:sp>
        <p:nvSpPr>
          <p:cNvPr id="470" name="Google Shape;470;p65"/>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471" name="Google Shape;471;p65"/>
          <p:cNvPicPr preferRelativeResize="0"/>
          <p:nvPr/>
        </p:nvPicPr>
        <p:blipFill rotWithShape="1">
          <a:blip r:embed="rId2">
            <a:alphaModFix/>
          </a:blip>
          <a:srcRect b="0" l="0" r="0" t="0"/>
          <a:stretch/>
        </p:blipFill>
        <p:spPr>
          <a:xfrm>
            <a:off x="10666596" y="6474098"/>
            <a:ext cx="188373" cy="188373"/>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E - Power Statement 4 1">
  <p:cSld name="Content E - Power Statement 4_1">
    <p:bg>
      <p:bgPr>
        <a:solidFill>
          <a:schemeClr val="accent6"/>
        </a:solidFill>
      </p:bgPr>
    </p:bg>
    <p:spTree>
      <p:nvGrpSpPr>
        <p:cNvPr id="472" name="Shape 472"/>
        <p:cNvGrpSpPr/>
        <p:nvPr/>
      </p:nvGrpSpPr>
      <p:grpSpPr>
        <a:xfrm>
          <a:off x="0" y="0"/>
          <a:ext cx="0" cy="0"/>
          <a:chOff x="0" y="0"/>
          <a:chExt cx="0" cy="0"/>
        </a:xfrm>
      </p:grpSpPr>
      <p:sp>
        <p:nvSpPr>
          <p:cNvPr id="473" name="Google Shape;473;p66"/>
          <p:cNvSpPr txBox="1"/>
          <p:nvPr>
            <p:ph type="title"/>
          </p:nvPr>
        </p:nvSpPr>
        <p:spPr>
          <a:xfrm>
            <a:off x="762000" y="609600"/>
            <a:ext cx="10660200" cy="5638800"/>
          </a:xfrm>
          <a:prstGeom prst="rect">
            <a:avLst/>
          </a:prstGeom>
          <a:noFill/>
          <a:ln>
            <a:noFill/>
          </a:ln>
        </p:spPr>
        <p:txBody>
          <a:bodyPr anchorCtr="0" anchor="ctr" bIns="0" lIns="0" spcFirstLastPara="1" rIns="0" wrap="square" tIns="0">
            <a:noAutofit/>
          </a:bodyPr>
          <a:lstStyle>
            <a:lvl1pPr lvl="0" marR="0" rtl="0" algn="ctr">
              <a:lnSpc>
                <a:spcPct val="100000"/>
              </a:lnSpc>
              <a:spcBef>
                <a:spcPts val="0"/>
              </a:spcBef>
              <a:spcAft>
                <a:spcPts val="0"/>
              </a:spcAft>
              <a:buSzPts val="4800"/>
              <a:buFont typeface="DM Sans Medium"/>
              <a:buNone/>
              <a:defRPr i="0" sz="4800" u="none" cap="none" strike="noStrike">
                <a:solidFill>
                  <a:schemeClr val="dk1"/>
                </a:solidFill>
                <a:latin typeface="DM Sans Medium"/>
                <a:ea typeface="DM Sans Medium"/>
                <a:cs typeface="DM Sans Medium"/>
                <a:sym typeface="DM Sans Medium"/>
              </a:defRPr>
            </a:lvl1pPr>
            <a:lvl2pPr lvl="1" rtl="0" algn="l">
              <a:lnSpc>
                <a:spcPct val="100000"/>
              </a:lnSpc>
              <a:spcBef>
                <a:spcPts val="0"/>
              </a:spcBef>
              <a:spcAft>
                <a:spcPts val="0"/>
              </a:spcAft>
              <a:buSzPts val="1500"/>
              <a:buNone/>
              <a:defRPr sz="1900"/>
            </a:lvl2pPr>
            <a:lvl3pPr lvl="2" rtl="0" algn="l">
              <a:lnSpc>
                <a:spcPct val="100000"/>
              </a:lnSpc>
              <a:spcBef>
                <a:spcPts val="0"/>
              </a:spcBef>
              <a:spcAft>
                <a:spcPts val="0"/>
              </a:spcAft>
              <a:buSzPts val="1500"/>
              <a:buNone/>
              <a:defRPr sz="1900"/>
            </a:lvl3pPr>
            <a:lvl4pPr lvl="3" rtl="0" algn="l">
              <a:lnSpc>
                <a:spcPct val="100000"/>
              </a:lnSpc>
              <a:spcBef>
                <a:spcPts val="0"/>
              </a:spcBef>
              <a:spcAft>
                <a:spcPts val="0"/>
              </a:spcAft>
              <a:buSzPts val="1500"/>
              <a:buNone/>
              <a:defRPr sz="1900"/>
            </a:lvl4pPr>
            <a:lvl5pPr lvl="4" rtl="0" algn="l">
              <a:lnSpc>
                <a:spcPct val="100000"/>
              </a:lnSpc>
              <a:spcBef>
                <a:spcPts val="0"/>
              </a:spcBef>
              <a:spcAft>
                <a:spcPts val="0"/>
              </a:spcAft>
              <a:buSzPts val="1500"/>
              <a:buNone/>
              <a:defRPr sz="1900"/>
            </a:lvl5pPr>
            <a:lvl6pPr lvl="5" rtl="0" algn="l">
              <a:lnSpc>
                <a:spcPct val="100000"/>
              </a:lnSpc>
              <a:spcBef>
                <a:spcPts val="0"/>
              </a:spcBef>
              <a:spcAft>
                <a:spcPts val="0"/>
              </a:spcAft>
              <a:buSzPts val="1500"/>
              <a:buNone/>
              <a:defRPr sz="1900"/>
            </a:lvl6pPr>
            <a:lvl7pPr lvl="6" rtl="0" algn="l">
              <a:lnSpc>
                <a:spcPct val="100000"/>
              </a:lnSpc>
              <a:spcBef>
                <a:spcPts val="0"/>
              </a:spcBef>
              <a:spcAft>
                <a:spcPts val="0"/>
              </a:spcAft>
              <a:buSzPts val="1500"/>
              <a:buNone/>
              <a:defRPr sz="1900"/>
            </a:lvl7pPr>
            <a:lvl8pPr lvl="7" rtl="0" algn="l">
              <a:lnSpc>
                <a:spcPct val="100000"/>
              </a:lnSpc>
              <a:spcBef>
                <a:spcPts val="0"/>
              </a:spcBef>
              <a:spcAft>
                <a:spcPts val="0"/>
              </a:spcAft>
              <a:buSzPts val="1500"/>
              <a:buNone/>
              <a:defRPr sz="1900"/>
            </a:lvl8pPr>
            <a:lvl9pPr lvl="8" rtl="0" algn="l">
              <a:lnSpc>
                <a:spcPct val="100000"/>
              </a:lnSpc>
              <a:spcBef>
                <a:spcPts val="0"/>
              </a:spcBef>
              <a:spcAft>
                <a:spcPts val="0"/>
              </a:spcAft>
              <a:buSzPts val="1500"/>
              <a:buNone/>
              <a:defRPr sz="1900"/>
            </a:lvl9pPr>
          </a:lstStyle>
          <a:p/>
        </p:txBody>
      </p:sp>
      <p:sp>
        <p:nvSpPr>
          <p:cNvPr id="474" name="Google Shape;474;p66"/>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475" name="Google Shape;475;p66"/>
          <p:cNvPicPr preferRelativeResize="0"/>
          <p:nvPr/>
        </p:nvPicPr>
        <p:blipFill rotWithShape="1">
          <a:blip r:embed="rId2">
            <a:alphaModFix/>
          </a:blip>
          <a:srcRect b="0" l="0" r="0" t="0"/>
          <a:stretch/>
        </p:blipFill>
        <p:spPr>
          <a:xfrm>
            <a:off x="10666596" y="6474098"/>
            <a:ext cx="188373" cy="188373"/>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 - Closing Dark">
  <p:cSld name="Z - Closing Dark">
    <p:spTree>
      <p:nvGrpSpPr>
        <p:cNvPr id="476" name="Shape 476"/>
        <p:cNvGrpSpPr/>
        <p:nvPr/>
      </p:nvGrpSpPr>
      <p:grpSpPr>
        <a:xfrm>
          <a:off x="0" y="0"/>
          <a:ext cx="0" cy="0"/>
          <a:chOff x="0" y="0"/>
          <a:chExt cx="0" cy="0"/>
        </a:xfrm>
      </p:grpSpPr>
      <p:pic>
        <p:nvPicPr>
          <p:cNvPr id="477" name="Google Shape;477;p67"/>
          <p:cNvPicPr preferRelativeResize="0"/>
          <p:nvPr/>
        </p:nvPicPr>
        <p:blipFill rotWithShape="1">
          <a:blip r:embed="rId2">
            <a:alphaModFix/>
          </a:blip>
          <a:srcRect b="0" l="0" r="0" t="0"/>
          <a:stretch/>
        </p:blipFill>
        <p:spPr>
          <a:xfrm>
            <a:off x="3021226" y="2819748"/>
            <a:ext cx="6145026" cy="977545"/>
          </a:xfrm>
          <a:prstGeom prst="rect">
            <a:avLst/>
          </a:prstGeom>
          <a:noFill/>
          <a:ln>
            <a:noFill/>
          </a:ln>
        </p:spPr>
      </p:pic>
      <p:sp>
        <p:nvSpPr>
          <p:cNvPr id="478" name="Google Shape;478;p67"/>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Content D - Card Right Dark 1">
  <p:cSld name="1_14 Content D - Card Right_1_1">
    <p:bg>
      <p:bgPr>
        <a:solidFill>
          <a:schemeClr val="dk1"/>
        </a:solidFill>
      </p:bgPr>
    </p:bg>
    <p:spTree>
      <p:nvGrpSpPr>
        <p:cNvPr id="479" name="Shape 479"/>
        <p:cNvGrpSpPr/>
        <p:nvPr/>
      </p:nvGrpSpPr>
      <p:grpSpPr>
        <a:xfrm>
          <a:off x="0" y="0"/>
          <a:ext cx="0" cy="0"/>
          <a:chOff x="0" y="0"/>
          <a:chExt cx="0" cy="0"/>
        </a:xfrm>
      </p:grpSpPr>
      <p:sp>
        <p:nvSpPr>
          <p:cNvPr id="480" name="Google Shape;480;p68"/>
          <p:cNvSpPr txBox="1"/>
          <p:nvPr>
            <p:ph type="title"/>
          </p:nvPr>
        </p:nvSpPr>
        <p:spPr>
          <a:xfrm>
            <a:off x="749253"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lt1"/>
              </a:buClr>
              <a:buSzPts val="4000"/>
              <a:buFont typeface="DM Sans Medium"/>
              <a:buNone/>
              <a:defRPr i="0" u="none" cap="none" strike="noStrike">
                <a:solidFill>
                  <a:schemeClr val="lt1"/>
                </a:solidFill>
                <a:latin typeface="DM Sans Medium"/>
                <a:ea typeface="DM Sans Medium"/>
                <a:cs typeface="DM Sans Medium"/>
                <a:sym typeface="DM Sans Medium"/>
              </a:defRPr>
            </a:lvl1pPr>
            <a:lvl2pPr lvl="1" rtl="0" algn="l">
              <a:lnSpc>
                <a:spcPct val="100000"/>
              </a:lnSpc>
              <a:spcBef>
                <a:spcPts val="0"/>
              </a:spcBef>
              <a:spcAft>
                <a:spcPts val="0"/>
              </a:spcAft>
              <a:buClr>
                <a:schemeClr val="lt1"/>
              </a:buClr>
              <a:buSzPts val="1500"/>
              <a:buNone/>
              <a:defRPr sz="1900">
                <a:solidFill>
                  <a:schemeClr val="lt1"/>
                </a:solidFill>
              </a:defRPr>
            </a:lvl2pPr>
            <a:lvl3pPr lvl="2" rtl="0" algn="l">
              <a:lnSpc>
                <a:spcPct val="100000"/>
              </a:lnSpc>
              <a:spcBef>
                <a:spcPts val="0"/>
              </a:spcBef>
              <a:spcAft>
                <a:spcPts val="0"/>
              </a:spcAft>
              <a:buClr>
                <a:schemeClr val="lt1"/>
              </a:buClr>
              <a:buSzPts val="1500"/>
              <a:buNone/>
              <a:defRPr sz="1900">
                <a:solidFill>
                  <a:schemeClr val="lt1"/>
                </a:solidFill>
              </a:defRPr>
            </a:lvl3pPr>
            <a:lvl4pPr lvl="3" rtl="0" algn="l">
              <a:lnSpc>
                <a:spcPct val="100000"/>
              </a:lnSpc>
              <a:spcBef>
                <a:spcPts val="0"/>
              </a:spcBef>
              <a:spcAft>
                <a:spcPts val="0"/>
              </a:spcAft>
              <a:buClr>
                <a:schemeClr val="lt1"/>
              </a:buClr>
              <a:buSzPts val="1500"/>
              <a:buNone/>
              <a:defRPr sz="1900">
                <a:solidFill>
                  <a:schemeClr val="lt1"/>
                </a:solidFill>
              </a:defRPr>
            </a:lvl4pPr>
            <a:lvl5pPr lvl="4" rtl="0" algn="l">
              <a:lnSpc>
                <a:spcPct val="100000"/>
              </a:lnSpc>
              <a:spcBef>
                <a:spcPts val="0"/>
              </a:spcBef>
              <a:spcAft>
                <a:spcPts val="0"/>
              </a:spcAft>
              <a:buClr>
                <a:schemeClr val="lt1"/>
              </a:buClr>
              <a:buSzPts val="1500"/>
              <a:buNone/>
              <a:defRPr sz="1900">
                <a:solidFill>
                  <a:schemeClr val="lt1"/>
                </a:solidFill>
              </a:defRPr>
            </a:lvl5pPr>
            <a:lvl6pPr lvl="5" rtl="0" algn="l">
              <a:lnSpc>
                <a:spcPct val="100000"/>
              </a:lnSpc>
              <a:spcBef>
                <a:spcPts val="0"/>
              </a:spcBef>
              <a:spcAft>
                <a:spcPts val="0"/>
              </a:spcAft>
              <a:buClr>
                <a:schemeClr val="lt1"/>
              </a:buClr>
              <a:buSzPts val="1500"/>
              <a:buNone/>
              <a:defRPr sz="1900">
                <a:solidFill>
                  <a:schemeClr val="lt1"/>
                </a:solidFill>
              </a:defRPr>
            </a:lvl6pPr>
            <a:lvl7pPr lvl="6" rtl="0" algn="l">
              <a:lnSpc>
                <a:spcPct val="100000"/>
              </a:lnSpc>
              <a:spcBef>
                <a:spcPts val="0"/>
              </a:spcBef>
              <a:spcAft>
                <a:spcPts val="0"/>
              </a:spcAft>
              <a:buClr>
                <a:schemeClr val="lt1"/>
              </a:buClr>
              <a:buSzPts val="1500"/>
              <a:buNone/>
              <a:defRPr sz="1900">
                <a:solidFill>
                  <a:schemeClr val="lt1"/>
                </a:solidFill>
              </a:defRPr>
            </a:lvl7pPr>
            <a:lvl8pPr lvl="7" rtl="0" algn="l">
              <a:lnSpc>
                <a:spcPct val="100000"/>
              </a:lnSpc>
              <a:spcBef>
                <a:spcPts val="0"/>
              </a:spcBef>
              <a:spcAft>
                <a:spcPts val="0"/>
              </a:spcAft>
              <a:buClr>
                <a:schemeClr val="lt1"/>
              </a:buClr>
              <a:buSzPts val="1500"/>
              <a:buNone/>
              <a:defRPr sz="1900">
                <a:solidFill>
                  <a:schemeClr val="lt1"/>
                </a:solidFill>
              </a:defRPr>
            </a:lvl8pPr>
            <a:lvl9pPr lvl="8" rtl="0" algn="l">
              <a:lnSpc>
                <a:spcPct val="100000"/>
              </a:lnSpc>
              <a:spcBef>
                <a:spcPts val="0"/>
              </a:spcBef>
              <a:spcAft>
                <a:spcPts val="0"/>
              </a:spcAft>
              <a:buClr>
                <a:schemeClr val="lt1"/>
              </a:buClr>
              <a:buSzPts val="1500"/>
              <a:buNone/>
              <a:defRPr sz="1900">
                <a:solidFill>
                  <a:schemeClr val="lt1"/>
                </a:solidFill>
              </a:defRPr>
            </a:lvl9pPr>
          </a:lstStyle>
          <a:p/>
        </p:txBody>
      </p:sp>
      <p:sp>
        <p:nvSpPr>
          <p:cNvPr id="481" name="Google Shape;481;p68"/>
          <p:cNvSpPr/>
          <p:nvPr/>
        </p:nvSpPr>
        <p:spPr>
          <a:xfrm>
            <a:off x="6024288" y="1825633"/>
            <a:ext cx="5555100" cy="4422900"/>
          </a:xfrm>
          <a:prstGeom prst="rect">
            <a:avLst/>
          </a:prstGeom>
          <a:solidFill>
            <a:schemeClr val="lt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82" name="Google Shape;482;p68"/>
          <p:cNvSpPr txBox="1"/>
          <p:nvPr>
            <p:ph idx="1" type="body"/>
          </p:nvPr>
        </p:nvSpPr>
        <p:spPr>
          <a:xfrm>
            <a:off x="761817"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lt1"/>
              </a:buClr>
              <a:buSzPts val="2000"/>
              <a:buFont typeface="DM Sans"/>
              <a:buChar char="•"/>
              <a:defRPr i="0" sz="2000" u="none" cap="none" strike="noStrike">
                <a:solidFill>
                  <a:schemeClr val="lt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solidFill>
                  <a:schemeClr val="lt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83" name="Google Shape;483;p68"/>
          <p:cNvSpPr txBox="1"/>
          <p:nvPr>
            <p:ph idx="2" type="body"/>
          </p:nvPr>
        </p:nvSpPr>
        <p:spPr>
          <a:xfrm>
            <a:off x="6164787"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u="none" cap="none" strike="noStrike">
                <a:solidFill>
                  <a:schemeClr val="dk1"/>
                </a:solidFill>
                <a:latin typeface="DM Sans"/>
                <a:ea typeface="DM Sans"/>
                <a:cs typeface="DM Sans"/>
                <a:sym typeface="DM Sans"/>
              </a:defRPr>
            </a:lvl9pPr>
          </a:lstStyle>
          <a:p/>
        </p:txBody>
      </p:sp>
      <p:sp>
        <p:nvSpPr>
          <p:cNvPr id="484" name="Google Shape;484;p68"/>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85" name="Google Shape;485;p68"/>
          <p:cNvSpPr txBox="1"/>
          <p:nvPr>
            <p:ph idx="3" type="body"/>
          </p:nvPr>
        </p:nvSpPr>
        <p:spPr>
          <a:xfrm>
            <a:off x="748484" y="117470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lt1"/>
              </a:buClr>
              <a:buSzPts val="2400"/>
              <a:buNone/>
              <a:defRPr b="0">
                <a:solidFill>
                  <a:schemeClr val="lt1"/>
                </a:solidFill>
                <a:latin typeface="DM Sans Medium"/>
                <a:ea typeface="DM Sans Medium"/>
                <a:cs typeface="DM Sans Medium"/>
                <a:sym typeface="DM Sans Medium"/>
              </a:defRPr>
            </a:lvl1pPr>
            <a:lvl2pPr indent="-228600" lvl="1" marL="914400" rtl="0" algn="l">
              <a:lnSpc>
                <a:spcPct val="90000"/>
              </a:lnSpc>
              <a:spcBef>
                <a:spcPts val="500"/>
              </a:spcBef>
              <a:spcAft>
                <a:spcPts val="0"/>
              </a:spcAft>
              <a:buClr>
                <a:schemeClr val="lt1"/>
              </a:buClr>
              <a:buSzPts val="2000"/>
              <a:buNone/>
              <a:defRPr>
                <a:solidFill>
                  <a:schemeClr val="lt1"/>
                </a:solidFill>
              </a:defRPr>
            </a:lvl2pPr>
            <a:lvl3pPr indent="-228600" lvl="2" marL="1371600" rtl="0" algn="l">
              <a:lnSpc>
                <a:spcPct val="90000"/>
              </a:lnSpc>
              <a:spcBef>
                <a:spcPts val="500"/>
              </a:spcBef>
              <a:spcAft>
                <a:spcPts val="0"/>
              </a:spcAft>
              <a:buClr>
                <a:schemeClr val="lt1"/>
              </a:buClr>
              <a:buSzPts val="1600"/>
              <a:buNone/>
              <a:defRPr>
                <a:solidFill>
                  <a:schemeClr val="lt1"/>
                </a:solidFill>
              </a:defRPr>
            </a:lvl3pPr>
            <a:lvl4pPr indent="-228600" lvl="3" marL="1828800" rtl="0" algn="l">
              <a:lnSpc>
                <a:spcPct val="90000"/>
              </a:lnSpc>
              <a:spcBef>
                <a:spcPts val="500"/>
              </a:spcBef>
              <a:spcAft>
                <a:spcPts val="0"/>
              </a:spcAft>
              <a:buClr>
                <a:schemeClr val="lt1"/>
              </a:buClr>
              <a:buSzPts val="1600"/>
              <a:buNone/>
              <a:defRPr>
                <a:solidFill>
                  <a:schemeClr val="lt1"/>
                </a:solidFill>
              </a:defRPr>
            </a:lvl4pPr>
            <a:lvl5pPr indent="-228600" lvl="4" marL="2286000" rtl="0" algn="l">
              <a:lnSpc>
                <a:spcPct val="90000"/>
              </a:lnSpc>
              <a:spcBef>
                <a:spcPts val="500"/>
              </a:spcBef>
              <a:spcAft>
                <a:spcPts val="0"/>
              </a:spcAft>
              <a:buClr>
                <a:schemeClr val="lt1"/>
              </a:buClr>
              <a:buSzPts val="1600"/>
              <a:buNone/>
              <a:defRPr>
                <a:solidFill>
                  <a:schemeClr val="lt1"/>
                </a:solidFill>
              </a:defRPr>
            </a:lvl5pPr>
            <a:lvl6pPr indent="-228600" lvl="5" marL="2743200" rtl="0" algn="l">
              <a:lnSpc>
                <a:spcPct val="90000"/>
              </a:lnSpc>
              <a:spcBef>
                <a:spcPts val="500"/>
              </a:spcBef>
              <a:spcAft>
                <a:spcPts val="0"/>
              </a:spcAft>
              <a:buClr>
                <a:schemeClr val="lt1"/>
              </a:buClr>
              <a:buSzPts val="1600"/>
              <a:buNone/>
              <a:defRPr>
                <a:solidFill>
                  <a:schemeClr val="lt1"/>
                </a:solidFill>
              </a:defRPr>
            </a:lvl6pPr>
            <a:lvl7pPr indent="-228600" lvl="6" marL="3200400" rtl="0" algn="l">
              <a:lnSpc>
                <a:spcPct val="90000"/>
              </a:lnSpc>
              <a:spcBef>
                <a:spcPts val="500"/>
              </a:spcBef>
              <a:spcAft>
                <a:spcPts val="0"/>
              </a:spcAft>
              <a:buClr>
                <a:schemeClr val="lt1"/>
              </a:buClr>
              <a:buSzPts val="1600"/>
              <a:buNone/>
              <a:defRPr>
                <a:solidFill>
                  <a:schemeClr val="lt1"/>
                </a:solidFill>
              </a:defRPr>
            </a:lvl7pPr>
            <a:lvl8pPr indent="-228600" lvl="7" marL="3657600" rtl="0" algn="l">
              <a:lnSpc>
                <a:spcPct val="90000"/>
              </a:lnSpc>
              <a:spcBef>
                <a:spcPts val="500"/>
              </a:spcBef>
              <a:spcAft>
                <a:spcPts val="0"/>
              </a:spcAft>
              <a:buClr>
                <a:schemeClr val="lt1"/>
              </a:buClr>
              <a:buSzPts val="1600"/>
              <a:buNone/>
              <a:defRPr>
                <a:solidFill>
                  <a:schemeClr val="lt1"/>
                </a:solidFill>
              </a:defRPr>
            </a:lvl8pPr>
            <a:lvl9pPr indent="-228600" lvl="8" marL="4114800" rtl="0" algn="l">
              <a:lnSpc>
                <a:spcPct val="90000"/>
              </a:lnSpc>
              <a:spcBef>
                <a:spcPts val="500"/>
              </a:spcBef>
              <a:spcAft>
                <a:spcPts val="0"/>
              </a:spcAft>
              <a:buClr>
                <a:schemeClr val="lt1"/>
              </a:buClr>
              <a:buSzPts val="1600"/>
              <a:buNone/>
              <a:defRPr>
                <a:solidFill>
                  <a:schemeClr val="lt1"/>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Content D - Card Left Dark">
  <p:cSld name="1_15 Content D - Card Left_1">
    <p:bg>
      <p:bgPr>
        <a:solidFill>
          <a:schemeClr val="dk1"/>
        </a:solidFill>
      </p:bgPr>
    </p:bg>
    <p:spTree>
      <p:nvGrpSpPr>
        <p:cNvPr id="486" name="Shape 486"/>
        <p:cNvGrpSpPr/>
        <p:nvPr/>
      </p:nvGrpSpPr>
      <p:grpSpPr>
        <a:xfrm>
          <a:off x="0" y="0"/>
          <a:ext cx="0" cy="0"/>
          <a:chOff x="0" y="0"/>
          <a:chExt cx="0" cy="0"/>
        </a:xfrm>
      </p:grpSpPr>
      <p:sp>
        <p:nvSpPr>
          <p:cNvPr id="487" name="Google Shape;487;p69"/>
          <p:cNvSpPr txBox="1"/>
          <p:nvPr>
            <p:ph type="title"/>
          </p:nvPr>
        </p:nvSpPr>
        <p:spPr>
          <a:xfrm>
            <a:off x="749253"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lt1"/>
              </a:buClr>
              <a:buSzPts val="4000"/>
              <a:buFont typeface="DM Sans Medium"/>
              <a:buNone/>
              <a:defRPr i="0" u="none" cap="none" strike="noStrike">
                <a:solidFill>
                  <a:schemeClr val="lt1"/>
                </a:solidFill>
                <a:latin typeface="DM Sans Medium"/>
                <a:ea typeface="DM Sans Medium"/>
                <a:cs typeface="DM Sans Medium"/>
                <a:sym typeface="DM Sans Medium"/>
              </a:defRPr>
            </a:lvl1pPr>
            <a:lvl2pPr lvl="1" rtl="0" algn="l">
              <a:lnSpc>
                <a:spcPct val="100000"/>
              </a:lnSpc>
              <a:spcBef>
                <a:spcPts val="0"/>
              </a:spcBef>
              <a:spcAft>
                <a:spcPts val="0"/>
              </a:spcAft>
              <a:buClr>
                <a:schemeClr val="lt1"/>
              </a:buClr>
              <a:buSzPts val="1500"/>
              <a:buNone/>
              <a:defRPr sz="1900">
                <a:solidFill>
                  <a:schemeClr val="lt1"/>
                </a:solidFill>
              </a:defRPr>
            </a:lvl2pPr>
            <a:lvl3pPr lvl="2" rtl="0" algn="l">
              <a:lnSpc>
                <a:spcPct val="100000"/>
              </a:lnSpc>
              <a:spcBef>
                <a:spcPts val="0"/>
              </a:spcBef>
              <a:spcAft>
                <a:spcPts val="0"/>
              </a:spcAft>
              <a:buClr>
                <a:schemeClr val="lt1"/>
              </a:buClr>
              <a:buSzPts val="1500"/>
              <a:buNone/>
              <a:defRPr sz="1900">
                <a:solidFill>
                  <a:schemeClr val="lt1"/>
                </a:solidFill>
              </a:defRPr>
            </a:lvl3pPr>
            <a:lvl4pPr lvl="3" rtl="0" algn="l">
              <a:lnSpc>
                <a:spcPct val="100000"/>
              </a:lnSpc>
              <a:spcBef>
                <a:spcPts val="0"/>
              </a:spcBef>
              <a:spcAft>
                <a:spcPts val="0"/>
              </a:spcAft>
              <a:buClr>
                <a:schemeClr val="lt1"/>
              </a:buClr>
              <a:buSzPts val="1500"/>
              <a:buNone/>
              <a:defRPr sz="1900">
                <a:solidFill>
                  <a:schemeClr val="lt1"/>
                </a:solidFill>
              </a:defRPr>
            </a:lvl4pPr>
            <a:lvl5pPr lvl="4" rtl="0" algn="l">
              <a:lnSpc>
                <a:spcPct val="100000"/>
              </a:lnSpc>
              <a:spcBef>
                <a:spcPts val="0"/>
              </a:spcBef>
              <a:spcAft>
                <a:spcPts val="0"/>
              </a:spcAft>
              <a:buClr>
                <a:schemeClr val="lt1"/>
              </a:buClr>
              <a:buSzPts val="1500"/>
              <a:buNone/>
              <a:defRPr sz="1900">
                <a:solidFill>
                  <a:schemeClr val="lt1"/>
                </a:solidFill>
              </a:defRPr>
            </a:lvl5pPr>
            <a:lvl6pPr lvl="5" rtl="0" algn="l">
              <a:lnSpc>
                <a:spcPct val="100000"/>
              </a:lnSpc>
              <a:spcBef>
                <a:spcPts val="0"/>
              </a:spcBef>
              <a:spcAft>
                <a:spcPts val="0"/>
              </a:spcAft>
              <a:buClr>
                <a:schemeClr val="lt1"/>
              </a:buClr>
              <a:buSzPts val="1500"/>
              <a:buNone/>
              <a:defRPr sz="1900">
                <a:solidFill>
                  <a:schemeClr val="lt1"/>
                </a:solidFill>
              </a:defRPr>
            </a:lvl6pPr>
            <a:lvl7pPr lvl="6" rtl="0" algn="l">
              <a:lnSpc>
                <a:spcPct val="100000"/>
              </a:lnSpc>
              <a:spcBef>
                <a:spcPts val="0"/>
              </a:spcBef>
              <a:spcAft>
                <a:spcPts val="0"/>
              </a:spcAft>
              <a:buClr>
                <a:schemeClr val="lt1"/>
              </a:buClr>
              <a:buSzPts val="1500"/>
              <a:buNone/>
              <a:defRPr sz="1900">
                <a:solidFill>
                  <a:schemeClr val="lt1"/>
                </a:solidFill>
              </a:defRPr>
            </a:lvl7pPr>
            <a:lvl8pPr lvl="7" rtl="0" algn="l">
              <a:lnSpc>
                <a:spcPct val="100000"/>
              </a:lnSpc>
              <a:spcBef>
                <a:spcPts val="0"/>
              </a:spcBef>
              <a:spcAft>
                <a:spcPts val="0"/>
              </a:spcAft>
              <a:buClr>
                <a:schemeClr val="lt1"/>
              </a:buClr>
              <a:buSzPts val="1500"/>
              <a:buNone/>
              <a:defRPr sz="1900">
                <a:solidFill>
                  <a:schemeClr val="lt1"/>
                </a:solidFill>
              </a:defRPr>
            </a:lvl8pPr>
            <a:lvl9pPr lvl="8" rtl="0" algn="l">
              <a:lnSpc>
                <a:spcPct val="100000"/>
              </a:lnSpc>
              <a:spcBef>
                <a:spcPts val="0"/>
              </a:spcBef>
              <a:spcAft>
                <a:spcPts val="0"/>
              </a:spcAft>
              <a:buClr>
                <a:schemeClr val="lt1"/>
              </a:buClr>
              <a:buSzPts val="1500"/>
              <a:buNone/>
              <a:defRPr sz="1900">
                <a:solidFill>
                  <a:schemeClr val="lt1"/>
                </a:solidFill>
              </a:defRPr>
            </a:lvl9pPr>
          </a:lstStyle>
          <a:p/>
        </p:txBody>
      </p:sp>
      <p:sp>
        <p:nvSpPr>
          <p:cNvPr id="488" name="Google Shape;488;p69"/>
          <p:cNvSpPr/>
          <p:nvPr/>
        </p:nvSpPr>
        <p:spPr>
          <a:xfrm>
            <a:off x="609453" y="1825633"/>
            <a:ext cx="5555100" cy="4422900"/>
          </a:xfrm>
          <a:prstGeom prst="rect">
            <a:avLst/>
          </a:prstGeom>
          <a:solidFill>
            <a:schemeClr val="lt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89" name="Google Shape;489;p69"/>
          <p:cNvSpPr txBox="1"/>
          <p:nvPr>
            <p:ph idx="1" type="body"/>
          </p:nvPr>
        </p:nvSpPr>
        <p:spPr>
          <a:xfrm>
            <a:off x="7072503" y="1988833"/>
            <a:ext cx="43548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lt1"/>
              </a:buClr>
              <a:buSzPts val="2000"/>
              <a:buFont typeface="DM Sans"/>
              <a:buChar char="•"/>
              <a:defRPr i="0" sz="2000" u="none" cap="none" strike="noStrike">
                <a:solidFill>
                  <a:schemeClr val="lt1"/>
                </a:solidFill>
                <a:latin typeface="DM Sans"/>
                <a:ea typeface="DM Sans"/>
                <a:cs typeface="DM Sans"/>
                <a:sym typeface="DM Sans"/>
              </a:defRPr>
            </a:lvl1pPr>
            <a:lvl2pPr indent="-330200" lvl="1" marL="914400" marR="0" rtl="0" algn="l">
              <a:lnSpc>
                <a:spcPct val="115000"/>
              </a:lnSpc>
              <a:spcBef>
                <a:spcPts val="500"/>
              </a:spcBef>
              <a:spcAft>
                <a:spcPts val="0"/>
              </a:spcAft>
              <a:buClr>
                <a:schemeClr val="lt1"/>
              </a:buClr>
              <a:buSzPts val="1600"/>
              <a:buFont typeface="DM Sans"/>
              <a:buChar char="•"/>
              <a:defRPr i="0" sz="1600" u="none" cap="none" strike="noStrike">
                <a:solidFill>
                  <a:schemeClr val="lt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lt1"/>
              </a:buClr>
              <a:buSzPts val="1600"/>
              <a:buFont typeface="DM Sans"/>
              <a:buChar char="•"/>
              <a:defRPr i="0" u="none" cap="none" strike="noStrike">
                <a:solidFill>
                  <a:schemeClr val="lt1"/>
                </a:solidFill>
                <a:latin typeface="DM Sans"/>
                <a:ea typeface="DM Sans"/>
                <a:cs typeface="DM Sans"/>
                <a:sym typeface="DM Sans"/>
              </a:defRPr>
            </a:lvl9pPr>
          </a:lstStyle>
          <a:p/>
        </p:txBody>
      </p:sp>
      <p:sp>
        <p:nvSpPr>
          <p:cNvPr id="490" name="Google Shape;490;p69"/>
          <p:cNvSpPr txBox="1"/>
          <p:nvPr>
            <p:ph idx="2" type="body"/>
          </p:nvPr>
        </p:nvSpPr>
        <p:spPr>
          <a:xfrm>
            <a:off x="759202" y="1988833"/>
            <a:ext cx="52440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dk1"/>
              </a:buClr>
              <a:buSzPts val="2000"/>
              <a:buFont typeface="DM Sans"/>
              <a:buChar char="•"/>
              <a:defRPr i="0" sz="2000" u="none" cap="none" strike="noStrike">
                <a:latin typeface="DM Sans"/>
                <a:ea typeface="DM Sans"/>
                <a:cs typeface="DM Sans"/>
                <a:sym typeface="DM Sans"/>
              </a:defRPr>
            </a:lvl1pPr>
            <a:lvl2pPr indent="-330200" lvl="1" marL="914400" marR="0" rtl="0" algn="l">
              <a:lnSpc>
                <a:spcPct val="115000"/>
              </a:lnSpc>
              <a:spcBef>
                <a:spcPts val="500"/>
              </a:spcBef>
              <a:spcAft>
                <a:spcPts val="0"/>
              </a:spcAft>
              <a:buClr>
                <a:schemeClr val="dk1"/>
              </a:buClr>
              <a:buSzPts val="1600"/>
              <a:buFont typeface="DM Sans"/>
              <a:buChar char="•"/>
              <a:defRPr i="0" sz="1600" u="none" cap="none" strike="noStrike">
                <a:latin typeface="DM Sans"/>
                <a:ea typeface="DM Sans"/>
                <a:cs typeface="DM Sans"/>
                <a:sym typeface="DM Sans"/>
              </a:defRPr>
            </a:lvl2pPr>
            <a:lvl3pPr indent="-330200" lvl="2" marL="13716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3pPr>
            <a:lvl4pPr indent="-330200" lvl="3" marL="18288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4pPr>
            <a:lvl5pPr indent="-330200" lvl="4" marL="22860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5pPr>
            <a:lvl6pPr indent="-330200" lvl="5" marL="27432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6pPr>
            <a:lvl7pPr indent="-330200" lvl="6" marL="32004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7pPr>
            <a:lvl8pPr indent="-330200" lvl="7" marL="36576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8pPr>
            <a:lvl9pPr indent="-330200" lvl="8" marL="4114800" marR="0" rtl="0" algn="l">
              <a:lnSpc>
                <a:spcPct val="115000"/>
              </a:lnSpc>
              <a:spcBef>
                <a:spcPts val="500"/>
              </a:spcBef>
              <a:spcAft>
                <a:spcPts val="0"/>
              </a:spcAft>
              <a:buSzPts val="1600"/>
              <a:buFont typeface="DM Sans"/>
              <a:buChar char="•"/>
              <a:defRPr i="0" u="none" cap="none" strike="noStrike">
                <a:latin typeface="DM Sans"/>
                <a:ea typeface="DM Sans"/>
                <a:cs typeface="DM Sans"/>
                <a:sym typeface="DM Sans"/>
              </a:defRPr>
            </a:lvl9pPr>
          </a:lstStyle>
          <a:p/>
        </p:txBody>
      </p:sp>
      <p:sp>
        <p:nvSpPr>
          <p:cNvPr id="491" name="Google Shape;491;p69"/>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92" name="Google Shape;492;p69"/>
          <p:cNvSpPr txBox="1"/>
          <p:nvPr>
            <p:ph idx="3" type="body"/>
          </p:nvPr>
        </p:nvSpPr>
        <p:spPr>
          <a:xfrm>
            <a:off x="748484" y="117470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lt1"/>
              </a:buClr>
              <a:buSzPts val="2400"/>
              <a:buNone/>
              <a:defRPr b="0">
                <a:solidFill>
                  <a:schemeClr val="lt1"/>
                </a:solidFill>
                <a:latin typeface="DM Sans Medium"/>
                <a:ea typeface="DM Sans Medium"/>
                <a:cs typeface="DM Sans Medium"/>
                <a:sym typeface="DM Sans Medium"/>
              </a:defRPr>
            </a:lvl1pPr>
            <a:lvl2pPr indent="-228600" lvl="1" marL="914400" rtl="0" algn="l">
              <a:lnSpc>
                <a:spcPct val="90000"/>
              </a:lnSpc>
              <a:spcBef>
                <a:spcPts val="500"/>
              </a:spcBef>
              <a:spcAft>
                <a:spcPts val="0"/>
              </a:spcAft>
              <a:buClr>
                <a:schemeClr val="lt1"/>
              </a:buClr>
              <a:buSzPts val="2000"/>
              <a:buNone/>
              <a:defRPr>
                <a:solidFill>
                  <a:schemeClr val="lt1"/>
                </a:solidFill>
              </a:defRPr>
            </a:lvl2pPr>
            <a:lvl3pPr indent="-228600" lvl="2" marL="1371600" rtl="0" algn="l">
              <a:lnSpc>
                <a:spcPct val="90000"/>
              </a:lnSpc>
              <a:spcBef>
                <a:spcPts val="500"/>
              </a:spcBef>
              <a:spcAft>
                <a:spcPts val="0"/>
              </a:spcAft>
              <a:buClr>
                <a:schemeClr val="lt1"/>
              </a:buClr>
              <a:buSzPts val="1600"/>
              <a:buNone/>
              <a:defRPr>
                <a:solidFill>
                  <a:schemeClr val="lt1"/>
                </a:solidFill>
              </a:defRPr>
            </a:lvl3pPr>
            <a:lvl4pPr indent="-228600" lvl="3" marL="1828800" rtl="0" algn="l">
              <a:lnSpc>
                <a:spcPct val="90000"/>
              </a:lnSpc>
              <a:spcBef>
                <a:spcPts val="500"/>
              </a:spcBef>
              <a:spcAft>
                <a:spcPts val="0"/>
              </a:spcAft>
              <a:buClr>
                <a:schemeClr val="lt1"/>
              </a:buClr>
              <a:buSzPts val="1600"/>
              <a:buNone/>
              <a:defRPr>
                <a:solidFill>
                  <a:schemeClr val="lt1"/>
                </a:solidFill>
              </a:defRPr>
            </a:lvl4pPr>
            <a:lvl5pPr indent="-228600" lvl="4" marL="2286000" rtl="0" algn="l">
              <a:lnSpc>
                <a:spcPct val="90000"/>
              </a:lnSpc>
              <a:spcBef>
                <a:spcPts val="500"/>
              </a:spcBef>
              <a:spcAft>
                <a:spcPts val="0"/>
              </a:spcAft>
              <a:buClr>
                <a:schemeClr val="lt1"/>
              </a:buClr>
              <a:buSzPts val="1600"/>
              <a:buNone/>
              <a:defRPr>
                <a:solidFill>
                  <a:schemeClr val="lt1"/>
                </a:solidFill>
              </a:defRPr>
            </a:lvl5pPr>
            <a:lvl6pPr indent="-228600" lvl="5" marL="2743200" rtl="0" algn="l">
              <a:lnSpc>
                <a:spcPct val="90000"/>
              </a:lnSpc>
              <a:spcBef>
                <a:spcPts val="500"/>
              </a:spcBef>
              <a:spcAft>
                <a:spcPts val="0"/>
              </a:spcAft>
              <a:buClr>
                <a:schemeClr val="lt1"/>
              </a:buClr>
              <a:buSzPts val="1600"/>
              <a:buNone/>
              <a:defRPr>
                <a:solidFill>
                  <a:schemeClr val="lt1"/>
                </a:solidFill>
              </a:defRPr>
            </a:lvl6pPr>
            <a:lvl7pPr indent="-228600" lvl="6" marL="3200400" rtl="0" algn="l">
              <a:lnSpc>
                <a:spcPct val="90000"/>
              </a:lnSpc>
              <a:spcBef>
                <a:spcPts val="500"/>
              </a:spcBef>
              <a:spcAft>
                <a:spcPts val="0"/>
              </a:spcAft>
              <a:buClr>
                <a:schemeClr val="lt1"/>
              </a:buClr>
              <a:buSzPts val="1600"/>
              <a:buNone/>
              <a:defRPr>
                <a:solidFill>
                  <a:schemeClr val="lt1"/>
                </a:solidFill>
              </a:defRPr>
            </a:lvl7pPr>
            <a:lvl8pPr indent="-228600" lvl="7" marL="3657600" rtl="0" algn="l">
              <a:lnSpc>
                <a:spcPct val="90000"/>
              </a:lnSpc>
              <a:spcBef>
                <a:spcPts val="500"/>
              </a:spcBef>
              <a:spcAft>
                <a:spcPts val="0"/>
              </a:spcAft>
              <a:buClr>
                <a:schemeClr val="lt1"/>
              </a:buClr>
              <a:buSzPts val="1600"/>
              <a:buNone/>
              <a:defRPr>
                <a:solidFill>
                  <a:schemeClr val="lt1"/>
                </a:solidFill>
              </a:defRPr>
            </a:lvl8pPr>
            <a:lvl9pPr indent="-228600" lvl="8" marL="4114800" rtl="0" algn="l">
              <a:lnSpc>
                <a:spcPct val="90000"/>
              </a:lnSpc>
              <a:spcBef>
                <a:spcPts val="500"/>
              </a:spcBef>
              <a:spcAft>
                <a:spcPts val="0"/>
              </a:spcAft>
              <a:buClr>
                <a:schemeClr val="lt1"/>
              </a:buClr>
              <a:buSzPts val="1600"/>
              <a:buNone/>
              <a:defRPr>
                <a:solidFill>
                  <a:schemeClr val="lt1"/>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Content D - Card Large Dark">
  <p:cSld name="1_16 Content D - Card Large_1">
    <p:bg>
      <p:bgPr>
        <a:solidFill>
          <a:schemeClr val="dk1"/>
        </a:solidFill>
      </p:bgPr>
    </p:bg>
    <p:spTree>
      <p:nvGrpSpPr>
        <p:cNvPr id="493" name="Shape 493"/>
        <p:cNvGrpSpPr/>
        <p:nvPr/>
      </p:nvGrpSpPr>
      <p:grpSpPr>
        <a:xfrm>
          <a:off x="0" y="0"/>
          <a:ext cx="0" cy="0"/>
          <a:chOff x="0" y="0"/>
          <a:chExt cx="0" cy="0"/>
        </a:xfrm>
      </p:grpSpPr>
      <p:sp>
        <p:nvSpPr>
          <p:cNvPr id="494" name="Google Shape;494;p70"/>
          <p:cNvSpPr/>
          <p:nvPr/>
        </p:nvSpPr>
        <p:spPr>
          <a:xfrm>
            <a:off x="609453" y="1825633"/>
            <a:ext cx="10970100" cy="4422900"/>
          </a:xfrm>
          <a:prstGeom prst="rect">
            <a:avLst/>
          </a:prstGeom>
          <a:solidFill>
            <a:schemeClr val="lt1"/>
          </a:solidFill>
          <a:ln>
            <a:noFill/>
          </a:ln>
        </p:spPr>
        <p:txBody>
          <a:bodyPr anchorCtr="0" anchor="ctr" bIns="121875" lIns="121875" spcFirstLastPara="1" rIns="121875" wrap="square" tIns="121875">
            <a:no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495" name="Google Shape;495;p70"/>
          <p:cNvSpPr txBox="1"/>
          <p:nvPr>
            <p:ph type="title"/>
          </p:nvPr>
        </p:nvSpPr>
        <p:spPr>
          <a:xfrm>
            <a:off x="749253"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lt1"/>
              </a:buClr>
              <a:buSzPts val="4000"/>
              <a:buFont typeface="DM Sans Medium"/>
              <a:buNone/>
              <a:defRPr i="0" u="none" cap="none" strike="noStrike">
                <a:solidFill>
                  <a:schemeClr val="lt1"/>
                </a:solidFill>
                <a:latin typeface="DM Sans Medium"/>
                <a:ea typeface="DM Sans Medium"/>
                <a:cs typeface="DM Sans Medium"/>
                <a:sym typeface="DM Sans Medium"/>
              </a:defRPr>
            </a:lvl1pPr>
            <a:lvl2pPr lvl="1" rtl="0" algn="l">
              <a:lnSpc>
                <a:spcPct val="100000"/>
              </a:lnSpc>
              <a:spcBef>
                <a:spcPts val="0"/>
              </a:spcBef>
              <a:spcAft>
                <a:spcPts val="0"/>
              </a:spcAft>
              <a:buClr>
                <a:schemeClr val="lt1"/>
              </a:buClr>
              <a:buSzPts val="1500"/>
              <a:buNone/>
              <a:defRPr sz="1900">
                <a:solidFill>
                  <a:schemeClr val="lt1"/>
                </a:solidFill>
              </a:defRPr>
            </a:lvl2pPr>
            <a:lvl3pPr lvl="2" rtl="0" algn="l">
              <a:lnSpc>
                <a:spcPct val="100000"/>
              </a:lnSpc>
              <a:spcBef>
                <a:spcPts val="0"/>
              </a:spcBef>
              <a:spcAft>
                <a:spcPts val="0"/>
              </a:spcAft>
              <a:buClr>
                <a:schemeClr val="lt1"/>
              </a:buClr>
              <a:buSzPts val="1500"/>
              <a:buNone/>
              <a:defRPr sz="1900">
                <a:solidFill>
                  <a:schemeClr val="lt1"/>
                </a:solidFill>
              </a:defRPr>
            </a:lvl3pPr>
            <a:lvl4pPr lvl="3" rtl="0" algn="l">
              <a:lnSpc>
                <a:spcPct val="100000"/>
              </a:lnSpc>
              <a:spcBef>
                <a:spcPts val="0"/>
              </a:spcBef>
              <a:spcAft>
                <a:spcPts val="0"/>
              </a:spcAft>
              <a:buClr>
                <a:schemeClr val="lt1"/>
              </a:buClr>
              <a:buSzPts val="1500"/>
              <a:buNone/>
              <a:defRPr sz="1900">
                <a:solidFill>
                  <a:schemeClr val="lt1"/>
                </a:solidFill>
              </a:defRPr>
            </a:lvl4pPr>
            <a:lvl5pPr lvl="4" rtl="0" algn="l">
              <a:lnSpc>
                <a:spcPct val="100000"/>
              </a:lnSpc>
              <a:spcBef>
                <a:spcPts val="0"/>
              </a:spcBef>
              <a:spcAft>
                <a:spcPts val="0"/>
              </a:spcAft>
              <a:buClr>
                <a:schemeClr val="lt1"/>
              </a:buClr>
              <a:buSzPts val="1500"/>
              <a:buNone/>
              <a:defRPr sz="1900">
                <a:solidFill>
                  <a:schemeClr val="lt1"/>
                </a:solidFill>
              </a:defRPr>
            </a:lvl5pPr>
            <a:lvl6pPr lvl="5" rtl="0" algn="l">
              <a:lnSpc>
                <a:spcPct val="100000"/>
              </a:lnSpc>
              <a:spcBef>
                <a:spcPts val="0"/>
              </a:spcBef>
              <a:spcAft>
                <a:spcPts val="0"/>
              </a:spcAft>
              <a:buClr>
                <a:schemeClr val="lt1"/>
              </a:buClr>
              <a:buSzPts val="1500"/>
              <a:buNone/>
              <a:defRPr sz="1900">
                <a:solidFill>
                  <a:schemeClr val="lt1"/>
                </a:solidFill>
              </a:defRPr>
            </a:lvl6pPr>
            <a:lvl7pPr lvl="6" rtl="0" algn="l">
              <a:lnSpc>
                <a:spcPct val="100000"/>
              </a:lnSpc>
              <a:spcBef>
                <a:spcPts val="0"/>
              </a:spcBef>
              <a:spcAft>
                <a:spcPts val="0"/>
              </a:spcAft>
              <a:buClr>
                <a:schemeClr val="lt1"/>
              </a:buClr>
              <a:buSzPts val="1500"/>
              <a:buNone/>
              <a:defRPr sz="1900">
                <a:solidFill>
                  <a:schemeClr val="lt1"/>
                </a:solidFill>
              </a:defRPr>
            </a:lvl7pPr>
            <a:lvl8pPr lvl="7" rtl="0" algn="l">
              <a:lnSpc>
                <a:spcPct val="100000"/>
              </a:lnSpc>
              <a:spcBef>
                <a:spcPts val="0"/>
              </a:spcBef>
              <a:spcAft>
                <a:spcPts val="0"/>
              </a:spcAft>
              <a:buClr>
                <a:schemeClr val="lt1"/>
              </a:buClr>
              <a:buSzPts val="1500"/>
              <a:buNone/>
              <a:defRPr sz="1900">
                <a:solidFill>
                  <a:schemeClr val="lt1"/>
                </a:solidFill>
              </a:defRPr>
            </a:lvl8pPr>
            <a:lvl9pPr lvl="8" rtl="0" algn="l">
              <a:lnSpc>
                <a:spcPct val="100000"/>
              </a:lnSpc>
              <a:spcBef>
                <a:spcPts val="0"/>
              </a:spcBef>
              <a:spcAft>
                <a:spcPts val="0"/>
              </a:spcAft>
              <a:buClr>
                <a:schemeClr val="lt1"/>
              </a:buClr>
              <a:buSzPts val="1500"/>
              <a:buNone/>
              <a:defRPr sz="1900">
                <a:solidFill>
                  <a:schemeClr val="lt1"/>
                </a:solidFill>
              </a:defRPr>
            </a:lvl9pPr>
          </a:lstStyle>
          <a:p/>
        </p:txBody>
      </p:sp>
      <p:sp>
        <p:nvSpPr>
          <p:cNvPr id="496" name="Google Shape;496;p70"/>
          <p:cNvSpPr txBox="1"/>
          <p:nvPr>
            <p:ph idx="1" type="body"/>
          </p:nvPr>
        </p:nvSpPr>
        <p:spPr>
          <a:xfrm>
            <a:off x="761817" y="1988833"/>
            <a:ext cx="10659300" cy="4149900"/>
          </a:xfrm>
          <a:prstGeom prst="rect">
            <a:avLst/>
          </a:prstGeom>
          <a:noFill/>
          <a:ln>
            <a:noFill/>
          </a:ln>
        </p:spPr>
        <p:txBody>
          <a:bodyPr anchorCtr="0" anchor="t" bIns="0" lIns="0" spcFirstLastPara="1" rIns="0" wrap="square" tIns="0">
            <a:noAutofit/>
          </a:bodyPr>
          <a:lstStyle>
            <a:lvl1pPr indent="-355600" lvl="0" marL="457200" marR="0" rtl="0" algn="l">
              <a:lnSpc>
                <a:spcPct val="115000"/>
              </a:lnSpc>
              <a:spcBef>
                <a:spcPts val="11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dk1"/>
              </a:buClr>
              <a:buSzPts val="2000"/>
              <a:buFont typeface="DM Sans"/>
              <a:buChar char="•"/>
              <a:defRPr i="0" u="none" cap="none" strike="noStrike">
                <a:solidFill>
                  <a:schemeClr val="dk1"/>
                </a:solidFill>
                <a:latin typeface="DM Sans"/>
                <a:ea typeface="DM Sans"/>
                <a:cs typeface="DM Sans"/>
                <a:sym typeface="DM Sans"/>
              </a:defRPr>
            </a:lvl2pPr>
            <a:lvl3pPr indent="-355600" lvl="2" marL="13716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3pPr>
            <a:lvl4pPr indent="-355600" lvl="3" marL="18288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4pPr>
            <a:lvl5pPr indent="-355600" lvl="4" marL="22860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5pPr>
            <a:lvl6pPr indent="-355600" lvl="5" marL="27432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6pPr>
            <a:lvl7pPr indent="-355600" lvl="6" marL="32004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7pPr>
            <a:lvl8pPr indent="-355600" lvl="7" marL="36576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8pPr>
            <a:lvl9pPr indent="-355600" lvl="8" marL="4114800" marR="0" rtl="0" algn="l">
              <a:lnSpc>
                <a:spcPct val="115000"/>
              </a:lnSpc>
              <a:spcBef>
                <a:spcPts val="500"/>
              </a:spcBef>
              <a:spcAft>
                <a:spcPts val="0"/>
              </a:spcAft>
              <a:buClr>
                <a:schemeClr val="dk1"/>
              </a:buClr>
              <a:buSzPts val="2000"/>
              <a:buFont typeface="DM Sans"/>
              <a:buChar char="•"/>
              <a:defRPr i="0" sz="2000" u="none" cap="none" strike="noStrike">
                <a:solidFill>
                  <a:schemeClr val="dk1"/>
                </a:solidFill>
                <a:latin typeface="DM Sans"/>
                <a:ea typeface="DM Sans"/>
                <a:cs typeface="DM Sans"/>
                <a:sym typeface="DM Sans"/>
              </a:defRPr>
            </a:lvl9pPr>
          </a:lstStyle>
          <a:p/>
        </p:txBody>
      </p:sp>
      <p:sp>
        <p:nvSpPr>
          <p:cNvPr id="497" name="Google Shape;497;p70"/>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98" name="Google Shape;498;p70"/>
          <p:cNvSpPr txBox="1"/>
          <p:nvPr>
            <p:ph idx="2" type="body"/>
          </p:nvPr>
        </p:nvSpPr>
        <p:spPr>
          <a:xfrm>
            <a:off x="748484" y="117470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lt1"/>
              </a:buClr>
              <a:buSzPts val="2400"/>
              <a:buNone/>
              <a:defRPr b="0">
                <a:solidFill>
                  <a:schemeClr val="lt1"/>
                </a:solidFill>
                <a:latin typeface="DM Sans Medium"/>
                <a:ea typeface="DM Sans Medium"/>
                <a:cs typeface="DM Sans Medium"/>
                <a:sym typeface="DM Sans Medium"/>
              </a:defRPr>
            </a:lvl1pPr>
            <a:lvl2pPr indent="-228600" lvl="1" marL="914400" rtl="0" algn="l">
              <a:lnSpc>
                <a:spcPct val="90000"/>
              </a:lnSpc>
              <a:spcBef>
                <a:spcPts val="500"/>
              </a:spcBef>
              <a:spcAft>
                <a:spcPts val="0"/>
              </a:spcAft>
              <a:buClr>
                <a:schemeClr val="lt1"/>
              </a:buClr>
              <a:buSzPts val="2000"/>
              <a:buNone/>
              <a:defRPr>
                <a:solidFill>
                  <a:schemeClr val="lt1"/>
                </a:solidFill>
              </a:defRPr>
            </a:lvl2pPr>
            <a:lvl3pPr indent="-228600" lvl="2" marL="1371600" rtl="0" algn="l">
              <a:lnSpc>
                <a:spcPct val="90000"/>
              </a:lnSpc>
              <a:spcBef>
                <a:spcPts val="500"/>
              </a:spcBef>
              <a:spcAft>
                <a:spcPts val="0"/>
              </a:spcAft>
              <a:buClr>
                <a:schemeClr val="lt1"/>
              </a:buClr>
              <a:buSzPts val="1600"/>
              <a:buNone/>
              <a:defRPr>
                <a:solidFill>
                  <a:schemeClr val="lt1"/>
                </a:solidFill>
              </a:defRPr>
            </a:lvl3pPr>
            <a:lvl4pPr indent="-228600" lvl="3" marL="1828800" rtl="0" algn="l">
              <a:lnSpc>
                <a:spcPct val="90000"/>
              </a:lnSpc>
              <a:spcBef>
                <a:spcPts val="500"/>
              </a:spcBef>
              <a:spcAft>
                <a:spcPts val="0"/>
              </a:spcAft>
              <a:buClr>
                <a:schemeClr val="lt1"/>
              </a:buClr>
              <a:buSzPts val="1600"/>
              <a:buNone/>
              <a:defRPr>
                <a:solidFill>
                  <a:schemeClr val="lt1"/>
                </a:solidFill>
              </a:defRPr>
            </a:lvl4pPr>
            <a:lvl5pPr indent="-228600" lvl="4" marL="2286000" rtl="0" algn="l">
              <a:lnSpc>
                <a:spcPct val="90000"/>
              </a:lnSpc>
              <a:spcBef>
                <a:spcPts val="500"/>
              </a:spcBef>
              <a:spcAft>
                <a:spcPts val="0"/>
              </a:spcAft>
              <a:buClr>
                <a:schemeClr val="lt1"/>
              </a:buClr>
              <a:buSzPts val="1600"/>
              <a:buNone/>
              <a:defRPr>
                <a:solidFill>
                  <a:schemeClr val="lt1"/>
                </a:solidFill>
              </a:defRPr>
            </a:lvl5pPr>
            <a:lvl6pPr indent="-228600" lvl="5" marL="2743200" rtl="0" algn="l">
              <a:lnSpc>
                <a:spcPct val="90000"/>
              </a:lnSpc>
              <a:spcBef>
                <a:spcPts val="500"/>
              </a:spcBef>
              <a:spcAft>
                <a:spcPts val="0"/>
              </a:spcAft>
              <a:buClr>
                <a:schemeClr val="lt1"/>
              </a:buClr>
              <a:buSzPts val="1600"/>
              <a:buNone/>
              <a:defRPr>
                <a:solidFill>
                  <a:schemeClr val="lt1"/>
                </a:solidFill>
              </a:defRPr>
            </a:lvl6pPr>
            <a:lvl7pPr indent="-228600" lvl="6" marL="3200400" rtl="0" algn="l">
              <a:lnSpc>
                <a:spcPct val="90000"/>
              </a:lnSpc>
              <a:spcBef>
                <a:spcPts val="500"/>
              </a:spcBef>
              <a:spcAft>
                <a:spcPts val="0"/>
              </a:spcAft>
              <a:buClr>
                <a:schemeClr val="lt1"/>
              </a:buClr>
              <a:buSzPts val="1600"/>
              <a:buNone/>
              <a:defRPr>
                <a:solidFill>
                  <a:schemeClr val="lt1"/>
                </a:solidFill>
              </a:defRPr>
            </a:lvl7pPr>
            <a:lvl8pPr indent="-228600" lvl="7" marL="3657600" rtl="0" algn="l">
              <a:lnSpc>
                <a:spcPct val="90000"/>
              </a:lnSpc>
              <a:spcBef>
                <a:spcPts val="500"/>
              </a:spcBef>
              <a:spcAft>
                <a:spcPts val="0"/>
              </a:spcAft>
              <a:buClr>
                <a:schemeClr val="lt1"/>
              </a:buClr>
              <a:buSzPts val="1600"/>
              <a:buNone/>
              <a:defRPr>
                <a:solidFill>
                  <a:schemeClr val="lt1"/>
                </a:solidFill>
              </a:defRPr>
            </a:lvl8pPr>
            <a:lvl9pPr indent="-228600" lvl="8" marL="4114800" rtl="0" algn="l">
              <a:lnSpc>
                <a:spcPct val="90000"/>
              </a:lnSpc>
              <a:spcBef>
                <a:spcPts val="500"/>
              </a:spcBef>
              <a:spcAft>
                <a:spcPts val="0"/>
              </a:spcAft>
              <a:buClr>
                <a:schemeClr val="lt1"/>
              </a:buClr>
              <a:buSzPts val="1600"/>
              <a:buNone/>
              <a:defRPr>
                <a:solidFill>
                  <a:schemeClr val="lt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overnment Dark 1">
  <p:cSld name="1_3 Title Slide B - Light_1_3_2">
    <p:spTree>
      <p:nvGrpSpPr>
        <p:cNvPr id="499" name="Shape 499"/>
        <p:cNvGrpSpPr/>
        <p:nvPr/>
      </p:nvGrpSpPr>
      <p:grpSpPr>
        <a:xfrm>
          <a:off x="0" y="0"/>
          <a:ext cx="0" cy="0"/>
          <a:chOff x="0" y="0"/>
          <a:chExt cx="0" cy="0"/>
        </a:xfrm>
      </p:grpSpPr>
      <p:pic>
        <p:nvPicPr>
          <p:cNvPr id="500" name="Google Shape;500;p71"/>
          <p:cNvPicPr preferRelativeResize="0"/>
          <p:nvPr/>
        </p:nvPicPr>
        <p:blipFill>
          <a:blip r:embed="rId2">
            <a:alphaModFix/>
          </a:blip>
          <a:stretch>
            <a:fillRect/>
          </a:stretch>
        </p:blipFill>
        <p:spPr>
          <a:xfrm>
            <a:off x="-1" y="0"/>
            <a:ext cx="12188948" cy="6856292"/>
          </a:xfrm>
          <a:prstGeom prst="rect">
            <a:avLst/>
          </a:prstGeom>
          <a:noFill/>
          <a:ln>
            <a:noFill/>
          </a:ln>
        </p:spPr>
      </p:pic>
      <p:sp>
        <p:nvSpPr>
          <p:cNvPr id="501" name="Google Shape;501;p71"/>
          <p:cNvSpPr txBox="1"/>
          <p:nvPr>
            <p:ph type="ctrTitle"/>
          </p:nvPr>
        </p:nvSpPr>
        <p:spPr>
          <a:xfrm>
            <a:off x="761808" y="1186975"/>
            <a:ext cx="6181200" cy="2387700"/>
          </a:xfrm>
          <a:prstGeom prst="rect">
            <a:avLst/>
          </a:prstGeom>
          <a:noFill/>
          <a:ln>
            <a:noFill/>
          </a:ln>
        </p:spPr>
        <p:txBody>
          <a:bodyPr anchorCtr="0" anchor="b" bIns="0" lIns="0" spcFirstLastPara="1" rIns="0" wrap="square" tIns="0">
            <a:noAutofit/>
          </a:bodyPr>
          <a:lstStyle>
            <a:lvl1pPr lvl="0" rtl="0" algn="l">
              <a:lnSpc>
                <a:spcPct val="90000"/>
              </a:lnSpc>
              <a:spcBef>
                <a:spcPts val="0"/>
              </a:spcBef>
              <a:spcAft>
                <a:spcPts val="0"/>
              </a:spcAft>
              <a:buClr>
                <a:schemeClr val="dk1"/>
              </a:buClr>
              <a:buSzPts val="5600"/>
              <a:buFont typeface="Arial"/>
              <a:buNone/>
              <a:defRPr sz="56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502" name="Google Shape;502;p71"/>
          <p:cNvSpPr txBox="1"/>
          <p:nvPr>
            <p:ph idx="1" type="subTitle"/>
          </p:nvPr>
        </p:nvSpPr>
        <p:spPr>
          <a:xfrm>
            <a:off x="761817" y="3835400"/>
            <a:ext cx="6170100" cy="1224300"/>
          </a:xfrm>
          <a:prstGeom prst="rect">
            <a:avLst/>
          </a:prstGeom>
          <a:noFill/>
          <a:ln>
            <a:noFill/>
          </a:ln>
        </p:spPr>
        <p:txBody>
          <a:bodyPr anchorCtr="0" anchor="t" bIns="0" lIns="91425" spcFirstLastPara="1" rIns="0" wrap="square" tIns="0">
            <a:noAutofit/>
          </a:bodyPr>
          <a:lstStyle>
            <a:lvl1pPr lvl="0" rtl="0" algn="l">
              <a:lnSpc>
                <a:spcPct val="100000"/>
              </a:lnSpc>
              <a:spcBef>
                <a:spcPts val="0"/>
              </a:spcBef>
              <a:spcAft>
                <a:spcPts val="0"/>
              </a:spcAft>
              <a:buSzPts val="1500"/>
              <a:buNone/>
              <a:defRPr sz="32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cxnSp>
        <p:nvCxnSpPr>
          <p:cNvPr id="503" name="Google Shape;503;p71"/>
          <p:cNvCxnSpPr/>
          <p:nvPr/>
        </p:nvCxnSpPr>
        <p:spPr>
          <a:xfrm>
            <a:off x="761817" y="5617267"/>
            <a:ext cx="560400" cy="0"/>
          </a:xfrm>
          <a:prstGeom prst="straightConnector1">
            <a:avLst/>
          </a:prstGeom>
          <a:noFill/>
          <a:ln cap="flat" cmpd="sng" w="38100">
            <a:solidFill>
              <a:srgbClr val="FF6952"/>
            </a:solidFill>
            <a:prstDash val="solid"/>
            <a:round/>
            <a:headEnd len="sm" w="sm" type="none"/>
            <a:tailEnd len="sm" w="sm" type="none"/>
          </a:ln>
        </p:spPr>
      </p:cxnSp>
      <p:sp>
        <p:nvSpPr>
          <p:cNvPr id="504" name="Google Shape;504;p71"/>
          <p:cNvSpPr txBox="1"/>
          <p:nvPr>
            <p:ph idx="2" type="subTitle"/>
          </p:nvPr>
        </p:nvSpPr>
        <p:spPr>
          <a:xfrm>
            <a:off x="761817" y="5756000"/>
            <a:ext cx="5262300" cy="492300"/>
          </a:xfrm>
          <a:prstGeom prst="rect">
            <a:avLst/>
          </a:prstGeom>
          <a:noFill/>
          <a:ln>
            <a:noFill/>
          </a:ln>
        </p:spPr>
        <p:txBody>
          <a:bodyPr anchorCtr="0" anchor="t" bIns="0" lIns="91425" spcFirstLastPara="1" rIns="0" wrap="square" tIns="0">
            <a:noAutofit/>
          </a:bodyPr>
          <a:lstStyle>
            <a:lvl1pPr lvl="0" rtl="0" algn="l">
              <a:lnSpc>
                <a:spcPct val="100000"/>
              </a:lnSpc>
              <a:spcBef>
                <a:spcPts val="1100"/>
              </a:spcBef>
              <a:spcAft>
                <a:spcPts val="0"/>
              </a:spcAft>
              <a:buClr>
                <a:schemeClr val="dk2"/>
              </a:buClr>
              <a:buSzPts val="1600"/>
              <a:buNone/>
              <a:defRPr sz="1600">
                <a:solidFill>
                  <a:schemeClr val="dk2"/>
                </a:solidFill>
              </a:defRPr>
            </a:lvl1pPr>
            <a:lvl2pPr lvl="1" rtl="0" algn="l">
              <a:lnSpc>
                <a:spcPct val="100000"/>
              </a:lnSpc>
              <a:spcBef>
                <a:spcPts val="500"/>
              </a:spcBef>
              <a:spcAft>
                <a:spcPts val="0"/>
              </a:spcAft>
              <a:buSzPts val="2000"/>
              <a:buNone/>
              <a:defRPr/>
            </a:lvl2pPr>
            <a:lvl3pPr lvl="2" rtl="0" algn="l">
              <a:lnSpc>
                <a:spcPct val="100000"/>
              </a:lnSpc>
              <a:spcBef>
                <a:spcPts val="500"/>
              </a:spcBef>
              <a:spcAft>
                <a:spcPts val="0"/>
              </a:spcAft>
              <a:buSzPts val="1600"/>
              <a:buNone/>
              <a:defRPr/>
            </a:lvl3pPr>
            <a:lvl4pPr lvl="3" rtl="0" algn="l">
              <a:lnSpc>
                <a:spcPct val="100000"/>
              </a:lnSpc>
              <a:spcBef>
                <a:spcPts val="500"/>
              </a:spcBef>
              <a:spcAft>
                <a:spcPts val="0"/>
              </a:spcAft>
              <a:buSzPts val="1600"/>
              <a:buNone/>
              <a:defRPr/>
            </a:lvl4pPr>
            <a:lvl5pPr lvl="4" rtl="0" algn="l">
              <a:lnSpc>
                <a:spcPct val="100000"/>
              </a:lnSpc>
              <a:spcBef>
                <a:spcPts val="500"/>
              </a:spcBef>
              <a:spcAft>
                <a:spcPts val="0"/>
              </a:spcAft>
              <a:buSzPts val="1600"/>
              <a:buNone/>
              <a:defRPr/>
            </a:lvl5pPr>
            <a:lvl6pPr lvl="5" rtl="0" algn="l">
              <a:lnSpc>
                <a:spcPct val="100000"/>
              </a:lnSpc>
              <a:spcBef>
                <a:spcPts val="500"/>
              </a:spcBef>
              <a:spcAft>
                <a:spcPts val="0"/>
              </a:spcAft>
              <a:buSzPts val="1600"/>
              <a:buNone/>
              <a:defRPr/>
            </a:lvl6pPr>
            <a:lvl7pPr lvl="6" rtl="0" algn="l">
              <a:lnSpc>
                <a:spcPct val="100000"/>
              </a:lnSpc>
              <a:spcBef>
                <a:spcPts val="500"/>
              </a:spcBef>
              <a:spcAft>
                <a:spcPts val="0"/>
              </a:spcAft>
              <a:buSzPts val="1600"/>
              <a:buNone/>
              <a:defRPr/>
            </a:lvl7pPr>
            <a:lvl8pPr lvl="7" rtl="0" algn="l">
              <a:lnSpc>
                <a:spcPct val="100000"/>
              </a:lnSpc>
              <a:spcBef>
                <a:spcPts val="500"/>
              </a:spcBef>
              <a:spcAft>
                <a:spcPts val="0"/>
              </a:spcAft>
              <a:buSzPts val="1600"/>
              <a:buNone/>
              <a:defRPr/>
            </a:lvl8pPr>
            <a:lvl9pPr lvl="8" rtl="0" algn="l">
              <a:lnSpc>
                <a:spcPct val="100000"/>
              </a:lnSpc>
              <a:spcBef>
                <a:spcPts val="500"/>
              </a:spcBef>
              <a:spcAft>
                <a:spcPts val="0"/>
              </a:spcAft>
              <a:buSzPts val="1600"/>
              <a:buNone/>
              <a:defRPr/>
            </a:lvl9pPr>
          </a:lstStyle>
          <a:p/>
        </p:txBody>
      </p:sp>
      <p:sp>
        <p:nvSpPr>
          <p:cNvPr id="505" name="Google Shape;505;p71"/>
          <p:cNvSpPr txBox="1"/>
          <p:nvPr>
            <p:ph idx="12" type="sldNum"/>
          </p:nvPr>
        </p:nvSpPr>
        <p:spPr>
          <a:xfrm>
            <a:off x="11097783" y="6473300"/>
            <a:ext cx="324300" cy="186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pic>
        <p:nvPicPr>
          <p:cNvPr id="506" name="Google Shape;506;p71"/>
          <p:cNvPicPr preferRelativeResize="0"/>
          <p:nvPr/>
        </p:nvPicPr>
        <p:blipFill rotWithShape="1">
          <a:blip r:embed="rId3">
            <a:alphaModFix/>
          </a:blip>
          <a:srcRect b="0" l="0" r="0" t="0"/>
          <a:stretch/>
        </p:blipFill>
        <p:spPr>
          <a:xfrm>
            <a:off x="761818" y="609606"/>
            <a:ext cx="2558261" cy="406974"/>
          </a:xfrm>
          <a:prstGeom prst="rect">
            <a:avLst/>
          </a:prstGeom>
          <a:noFill/>
          <a:ln>
            <a:noFill/>
          </a:ln>
        </p:spPr>
      </p:pic>
      <p:sp>
        <p:nvSpPr>
          <p:cNvPr id="507" name="Google Shape;507;p71"/>
          <p:cNvSpPr txBox="1"/>
          <p:nvPr/>
        </p:nvSpPr>
        <p:spPr>
          <a:xfrm>
            <a:off x="11097783" y="6473300"/>
            <a:ext cx="324300" cy="186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 sz="1100" u="none" cap="none" strike="noStrike">
                <a:solidFill>
                  <a:schemeClr val="accent5"/>
                </a:solidFill>
                <a:latin typeface="DM Sans"/>
                <a:ea typeface="DM Sans"/>
                <a:cs typeface="DM Sans"/>
                <a:sym typeface="DM Sans"/>
              </a:rPr>
              <a:t>‹#›</a:t>
            </a:fld>
            <a:endParaRPr b="0" i="0" sz="1100" u="none" cap="none" strike="noStrike">
              <a:solidFill>
                <a:schemeClr val="accent5"/>
              </a:solidFill>
              <a:latin typeface="DM Sans"/>
              <a:ea typeface="DM Sans"/>
              <a:cs typeface="DM Sans"/>
              <a:sym typeface="DM San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Content A - Basic 1">
  <p:cSld name="1_7 Content A - Basic">
    <p:bg>
      <p:bgPr>
        <a:solidFill>
          <a:schemeClr val="lt1"/>
        </a:solidFill>
      </p:bgPr>
    </p:bg>
    <p:spTree>
      <p:nvGrpSpPr>
        <p:cNvPr id="508" name="Shape 508"/>
        <p:cNvGrpSpPr/>
        <p:nvPr/>
      </p:nvGrpSpPr>
      <p:grpSpPr>
        <a:xfrm>
          <a:off x="0" y="0"/>
          <a:ext cx="0" cy="0"/>
          <a:chOff x="0" y="0"/>
          <a:chExt cx="0" cy="0"/>
        </a:xfrm>
      </p:grpSpPr>
      <p:sp>
        <p:nvSpPr>
          <p:cNvPr id="509" name="Google Shape;509;p72"/>
          <p:cNvSpPr txBox="1"/>
          <p:nvPr>
            <p:ph type="title"/>
          </p:nvPr>
        </p:nvSpPr>
        <p:spPr>
          <a:xfrm>
            <a:off x="749253"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lgn="l">
              <a:lnSpc>
                <a:spcPct val="100000"/>
              </a:lnSpc>
              <a:spcBef>
                <a:spcPts val="0"/>
              </a:spcBef>
              <a:spcAft>
                <a:spcPts val="0"/>
              </a:spcAft>
              <a:buSzPts val="1500"/>
              <a:buNone/>
              <a:defRPr sz="1900"/>
            </a:lvl2pPr>
            <a:lvl3pPr lvl="2" rtl="0" algn="l">
              <a:lnSpc>
                <a:spcPct val="100000"/>
              </a:lnSpc>
              <a:spcBef>
                <a:spcPts val="0"/>
              </a:spcBef>
              <a:spcAft>
                <a:spcPts val="0"/>
              </a:spcAft>
              <a:buSzPts val="1500"/>
              <a:buNone/>
              <a:defRPr sz="1900"/>
            </a:lvl3pPr>
            <a:lvl4pPr lvl="3" rtl="0" algn="l">
              <a:lnSpc>
                <a:spcPct val="100000"/>
              </a:lnSpc>
              <a:spcBef>
                <a:spcPts val="0"/>
              </a:spcBef>
              <a:spcAft>
                <a:spcPts val="0"/>
              </a:spcAft>
              <a:buSzPts val="1500"/>
              <a:buNone/>
              <a:defRPr sz="1900"/>
            </a:lvl4pPr>
            <a:lvl5pPr lvl="4" rtl="0" algn="l">
              <a:lnSpc>
                <a:spcPct val="100000"/>
              </a:lnSpc>
              <a:spcBef>
                <a:spcPts val="0"/>
              </a:spcBef>
              <a:spcAft>
                <a:spcPts val="0"/>
              </a:spcAft>
              <a:buSzPts val="1500"/>
              <a:buNone/>
              <a:defRPr sz="1900"/>
            </a:lvl5pPr>
            <a:lvl6pPr lvl="5" rtl="0" algn="l">
              <a:lnSpc>
                <a:spcPct val="100000"/>
              </a:lnSpc>
              <a:spcBef>
                <a:spcPts val="0"/>
              </a:spcBef>
              <a:spcAft>
                <a:spcPts val="0"/>
              </a:spcAft>
              <a:buSzPts val="1500"/>
              <a:buNone/>
              <a:defRPr sz="1900"/>
            </a:lvl6pPr>
            <a:lvl7pPr lvl="6" rtl="0" algn="l">
              <a:lnSpc>
                <a:spcPct val="100000"/>
              </a:lnSpc>
              <a:spcBef>
                <a:spcPts val="0"/>
              </a:spcBef>
              <a:spcAft>
                <a:spcPts val="0"/>
              </a:spcAft>
              <a:buSzPts val="1500"/>
              <a:buNone/>
              <a:defRPr sz="1900"/>
            </a:lvl7pPr>
            <a:lvl8pPr lvl="7" rtl="0" algn="l">
              <a:lnSpc>
                <a:spcPct val="100000"/>
              </a:lnSpc>
              <a:spcBef>
                <a:spcPts val="0"/>
              </a:spcBef>
              <a:spcAft>
                <a:spcPts val="0"/>
              </a:spcAft>
              <a:buSzPts val="1500"/>
              <a:buNone/>
              <a:defRPr sz="1900"/>
            </a:lvl8pPr>
            <a:lvl9pPr lvl="8" rtl="0" algn="l">
              <a:lnSpc>
                <a:spcPct val="100000"/>
              </a:lnSpc>
              <a:spcBef>
                <a:spcPts val="0"/>
              </a:spcBef>
              <a:spcAft>
                <a:spcPts val="0"/>
              </a:spcAft>
              <a:buSzPts val="1500"/>
              <a:buNone/>
              <a:defRPr sz="1900"/>
            </a:lvl9pPr>
          </a:lstStyle>
          <a:p/>
        </p:txBody>
      </p:sp>
      <p:sp>
        <p:nvSpPr>
          <p:cNvPr id="510" name="Google Shape;510;p72"/>
          <p:cNvSpPr txBox="1"/>
          <p:nvPr>
            <p:ph idx="1" type="body"/>
          </p:nvPr>
        </p:nvSpPr>
        <p:spPr>
          <a:xfrm>
            <a:off x="761817" y="1988833"/>
            <a:ext cx="10659300" cy="4149900"/>
          </a:xfrm>
          <a:prstGeom prst="rect">
            <a:avLst/>
          </a:prstGeom>
          <a:noFill/>
          <a:ln>
            <a:noFill/>
          </a:ln>
        </p:spPr>
        <p:txBody>
          <a:bodyPr anchorCtr="0" anchor="t" bIns="0" lIns="0" spcFirstLastPara="1" rIns="0" wrap="square" tIns="0">
            <a:noAutofit/>
          </a:bodyPr>
          <a:lstStyle>
            <a:lvl1pPr indent="-381000" lvl="0" marL="457200" marR="0" rtl="0" algn="l">
              <a:lnSpc>
                <a:spcPct val="115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115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115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511" name="Google Shape;511;p72"/>
          <p:cNvSpPr txBox="1"/>
          <p:nvPr>
            <p:ph idx="12" type="sldNum"/>
          </p:nvPr>
        </p:nvSpPr>
        <p:spPr>
          <a:xfrm>
            <a:off x="11097783" y="6473300"/>
            <a:ext cx="324300" cy="1866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12" name="Google Shape;512;p72"/>
          <p:cNvSpPr txBox="1"/>
          <p:nvPr>
            <p:ph idx="2" type="body"/>
          </p:nvPr>
        </p:nvSpPr>
        <p:spPr>
          <a:xfrm>
            <a:off x="748484" y="1174703"/>
            <a:ext cx="10659300" cy="585900"/>
          </a:xfrm>
          <a:prstGeom prst="rect">
            <a:avLst/>
          </a:prstGeom>
          <a:noFill/>
          <a:ln>
            <a:noFill/>
          </a:ln>
        </p:spPr>
        <p:txBody>
          <a:bodyPr anchorCtr="0" anchor="t" bIns="0" lIns="0" spcFirstLastPara="1" rIns="0" wrap="square" tIns="0">
            <a:noAutofit/>
          </a:bodyPr>
          <a:lstStyle>
            <a:lvl1pPr indent="-228600" lvl="0" marL="457200" rtl="0" algn="l">
              <a:lnSpc>
                <a:spcPct val="90000"/>
              </a:lnSpc>
              <a:spcBef>
                <a:spcPts val="1100"/>
              </a:spcBef>
              <a:spcAft>
                <a:spcPts val="0"/>
              </a:spcAft>
              <a:buClr>
                <a:schemeClr val="dk1"/>
              </a:buClr>
              <a:buSzPts val="2400"/>
              <a:buNone/>
              <a:defRPr b="0">
                <a:solidFill>
                  <a:schemeClr val="dk1"/>
                </a:solidFill>
                <a:latin typeface="DM Sans Medium"/>
                <a:ea typeface="DM Sans Medium"/>
                <a:cs typeface="DM Sans Medium"/>
                <a:sym typeface="DM Sans Medium"/>
              </a:defRPr>
            </a:lvl1pPr>
            <a:lvl2pPr indent="-228600" lvl="1" marL="914400" rtl="0" algn="l">
              <a:lnSpc>
                <a:spcPct val="90000"/>
              </a:lnSpc>
              <a:spcBef>
                <a:spcPts val="500"/>
              </a:spcBef>
              <a:spcAft>
                <a:spcPts val="0"/>
              </a:spcAft>
              <a:buClr>
                <a:schemeClr val="dk1"/>
              </a:buClr>
              <a:buSzPts val="2000"/>
              <a:buNone/>
              <a:defRPr>
                <a:solidFill>
                  <a:schemeClr val="dk1"/>
                </a:solidFill>
              </a:defRPr>
            </a:lvl2pPr>
            <a:lvl3pPr indent="-228600" lvl="2" marL="1371600" rtl="0" algn="l">
              <a:lnSpc>
                <a:spcPct val="90000"/>
              </a:lnSpc>
              <a:spcBef>
                <a:spcPts val="500"/>
              </a:spcBef>
              <a:spcAft>
                <a:spcPts val="0"/>
              </a:spcAft>
              <a:buClr>
                <a:schemeClr val="dk1"/>
              </a:buClr>
              <a:buSzPts val="1600"/>
              <a:buNone/>
              <a:defRPr>
                <a:solidFill>
                  <a:schemeClr val="dk1"/>
                </a:solidFill>
              </a:defRPr>
            </a:lvl3pPr>
            <a:lvl4pPr indent="-228600" lvl="3" marL="1828800" rtl="0" algn="l">
              <a:lnSpc>
                <a:spcPct val="90000"/>
              </a:lnSpc>
              <a:spcBef>
                <a:spcPts val="500"/>
              </a:spcBef>
              <a:spcAft>
                <a:spcPts val="0"/>
              </a:spcAft>
              <a:buClr>
                <a:schemeClr val="dk1"/>
              </a:buClr>
              <a:buSzPts val="1600"/>
              <a:buNone/>
              <a:defRPr>
                <a:solidFill>
                  <a:schemeClr val="dk1"/>
                </a:solidFill>
              </a:defRPr>
            </a:lvl4pPr>
            <a:lvl5pPr indent="-228600" lvl="4" marL="2286000" rtl="0" algn="l">
              <a:lnSpc>
                <a:spcPct val="90000"/>
              </a:lnSpc>
              <a:spcBef>
                <a:spcPts val="500"/>
              </a:spcBef>
              <a:spcAft>
                <a:spcPts val="0"/>
              </a:spcAft>
              <a:buClr>
                <a:schemeClr val="dk1"/>
              </a:buClr>
              <a:buSzPts val="1600"/>
              <a:buNone/>
              <a:defRPr>
                <a:solidFill>
                  <a:schemeClr val="dk1"/>
                </a:solidFill>
              </a:defRPr>
            </a:lvl5pPr>
            <a:lvl6pPr indent="-228600" lvl="5" marL="2743200" rtl="0" algn="l">
              <a:lnSpc>
                <a:spcPct val="90000"/>
              </a:lnSpc>
              <a:spcBef>
                <a:spcPts val="500"/>
              </a:spcBef>
              <a:spcAft>
                <a:spcPts val="0"/>
              </a:spcAft>
              <a:buClr>
                <a:schemeClr val="dk1"/>
              </a:buClr>
              <a:buSzPts val="1600"/>
              <a:buNone/>
              <a:defRPr>
                <a:solidFill>
                  <a:schemeClr val="dk1"/>
                </a:solidFill>
              </a:defRPr>
            </a:lvl6pPr>
            <a:lvl7pPr indent="-228600" lvl="6" marL="3200400" rtl="0" algn="l">
              <a:lnSpc>
                <a:spcPct val="90000"/>
              </a:lnSpc>
              <a:spcBef>
                <a:spcPts val="500"/>
              </a:spcBef>
              <a:spcAft>
                <a:spcPts val="0"/>
              </a:spcAft>
              <a:buClr>
                <a:schemeClr val="dk1"/>
              </a:buClr>
              <a:buSzPts val="1600"/>
              <a:buNone/>
              <a:defRPr>
                <a:solidFill>
                  <a:schemeClr val="dk1"/>
                </a:solidFill>
              </a:defRPr>
            </a:lvl7pPr>
            <a:lvl8pPr indent="-228600" lvl="7" marL="3657600" rtl="0" algn="l">
              <a:lnSpc>
                <a:spcPct val="90000"/>
              </a:lnSpc>
              <a:spcBef>
                <a:spcPts val="500"/>
              </a:spcBef>
              <a:spcAft>
                <a:spcPts val="0"/>
              </a:spcAft>
              <a:buClr>
                <a:schemeClr val="dk1"/>
              </a:buClr>
              <a:buSzPts val="1600"/>
              <a:buNone/>
              <a:defRPr>
                <a:solidFill>
                  <a:schemeClr val="dk1"/>
                </a:solidFill>
              </a:defRPr>
            </a:lvl8pPr>
            <a:lvl9pPr indent="-228600" lvl="8" marL="4114800" rtl="0" algn="l">
              <a:lnSpc>
                <a:spcPct val="90000"/>
              </a:lnSpc>
              <a:spcBef>
                <a:spcPts val="500"/>
              </a:spcBef>
              <a:spcAft>
                <a:spcPts val="0"/>
              </a:spcAft>
              <a:buClr>
                <a:schemeClr val="dk1"/>
              </a:buClr>
              <a:buSzPts val="1600"/>
              <a:buNone/>
              <a:defRPr>
                <a:solidFill>
                  <a:schemeClr val="dk1"/>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0.xml"/><Relationship Id="rId22" Type="http://schemas.openxmlformats.org/officeDocument/2006/relationships/slideLayout" Target="../slideLayouts/slideLayout32.xml"/><Relationship Id="rId21" Type="http://schemas.openxmlformats.org/officeDocument/2006/relationships/slideLayout" Target="../slideLayouts/slideLayout31.xml"/><Relationship Id="rId24" Type="http://schemas.openxmlformats.org/officeDocument/2006/relationships/slideLayout" Target="../slideLayouts/slideLayout34.xml"/><Relationship Id="rId23" Type="http://schemas.openxmlformats.org/officeDocument/2006/relationships/slideLayout" Target="../slideLayouts/slideLayout33.xml"/><Relationship Id="rId1" Type="http://schemas.openxmlformats.org/officeDocument/2006/relationships/image" Target="../media/image7.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26" Type="http://schemas.openxmlformats.org/officeDocument/2006/relationships/slideLayout" Target="../slideLayouts/slideLayout36.xml"/><Relationship Id="rId25" Type="http://schemas.openxmlformats.org/officeDocument/2006/relationships/slideLayout" Target="../slideLayouts/slideLayout35.xml"/><Relationship Id="rId28" Type="http://schemas.openxmlformats.org/officeDocument/2006/relationships/slideLayout" Target="../slideLayouts/slideLayout38.xml"/><Relationship Id="rId27" Type="http://schemas.openxmlformats.org/officeDocument/2006/relationships/slideLayout" Target="../slideLayouts/slideLayout37.xml"/><Relationship Id="rId5" Type="http://schemas.openxmlformats.org/officeDocument/2006/relationships/slideLayout" Target="../slideLayouts/slideLayout15.xml"/><Relationship Id="rId6" Type="http://schemas.openxmlformats.org/officeDocument/2006/relationships/slideLayout" Target="../slideLayouts/slideLayout16.xml"/><Relationship Id="rId29" Type="http://schemas.openxmlformats.org/officeDocument/2006/relationships/slideLayout" Target="../slideLayouts/slideLayout39.xml"/><Relationship Id="rId7" Type="http://schemas.openxmlformats.org/officeDocument/2006/relationships/slideLayout" Target="../slideLayouts/slideLayout17.xml"/><Relationship Id="rId8" Type="http://schemas.openxmlformats.org/officeDocument/2006/relationships/slideLayout" Target="../slideLayouts/slideLayout18.xml"/><Relationship Id="rId30" Type="http://schemas.openxmlformats.org/officeDocument/2006/relationships/theme" Target="../theme/theme1.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9" Type="http://schemas.openxmlformats.org/officeDocument/2006/relationships/slideLayout" Target="../slideLayouts/slideLayout29.xml"/><Relationship Id="rId18"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8.xml"/><Relationship Id="rId22" Type="http://schemas.openxmlformats.org/officeDocument/2006/relationships/slideLayout" Target="../slideLayouts/slideLayout60.xml"/><Relationship Id="rId21" Type="http://schemas.openxmlformats.org/officeDocument/2006/relationships/slideLayout" Target="../slideLayouts/slideLayout59.xml"/><Relationship Id="rId24" Type="http://schemas.openxmlformats.org/officeDocument/2006/relationships/slideLayout" Target="../slideLayouts/slideLayout62.xml"/><Relationship Id="rId23" Type="http://schemas.openxmlformats.org/officeDocument/2006/relationships/slideLayout" Target="../slideLayouts/slideLayout61.xml"/><Relationship Id="rId1" Type="http://schemas.openxmlformats.org/officeDocument/2006/relationships/image" Target="../media/image7.png"/><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9" Type="http://schemas.openxmlformats.org/officeDocument/2006/relationships/slideLayout" Target="../slideLayouts/slideLayout47.xml"/><Relationship Id="rId26" Type="http://schemas.openxmlformats.org/officeDocument/2006/relationships/slideLayout" Target="../slideLayouts/slideLayout64.xml"/><Relationship Id="rId25" Type="http://schemas.openxmlformats.org/officeDocument/2006/relationships/slideLayout" Target="../slideLayouts/slideLayout63.xml"/><Relationship Id="rId28" Type="http://schemas.openxmlformats.org/officeDocument/2006/relationships/slideLayout" Target="../slideLayouts/slideLayout66.xml"/><Relationship Id="rId27" Type="http://schemas.openxmlformats.org/officeDocument/2006/relationships/slideLayout" Target="../slideLayouts/slideLayout65.xml"/><Relationship Id="rId5" Type="http://schemas.openxmlformats.org/officeDocument/2006/relationships/slideLayout" Target="../slideLayouts/slideLayout43.xml"/><Relationship Id="rId6" Type="http://schemas.openxmlformats.org/officeDocument/2006/relationships/slideLayout" Target="../slideLayouts/slideLayout44.xml"/><Relationship Id="rId29" Type="http://schemas.openxmlformats.org/officeDocument/2006/relationships/slideLayout" Target="../slideLayouts/slideLayout67.xml"/><Relationship Id="rId7" Type="http://schemas.openxmlformats.org/officeDocument/2006/relationships/slideLayout" Target="../slideLayouts/slideLayout45.xml"/><Relationship Id="rId8" Type="http://schemas.openxmlformats.org/officeDocument/2006/relationships/slideLayout" Target="../slideLayouts/slideLayout46.xml"/><Relationship Id="rId31" Type="http://schemas.openxmlformats.org/officeDocument/2006/relationships/slideLayout" Target="../slideLayouts/slideLayout69.xml"/><Relationship Id="rId30" Type="http://schemas.openxmlformats.org/officeDocument/2006/relationships/slideLayout" Target="../slideLayouts/slideLayout68.xml"/><Relationship Id="rId11" Type="http://schemas.openxmlformats.org/officeDocument/2006/relationships/slideLayout" Target="../slideLayouts/slideLayout49.xml"/><Relationship Id="rId10" Type="http://schemas.openxmlformats.org/officeDocument/2006/relationships/slideLayout" Target="../slideLayouts/slideLayout48.xml"/><Relationship Id="rId32" Type="http://schemas.openxmlformats.org/officeDocument/2006/relationships/theme" Target="../theme/theme3.xml"/><Relationship Id="rId13" Type="http://schemas.openxmlformats.org/officeDocument/2006/relationships/slideLayout" Target="../slideLayouts/slideLayout51.xml"/><Relationship Id="rId12" Type="http://schemas.openxmlformats.org/officeDocument/2006/relationships/slideLayout" Target="../slideLayouts/slideLayout50.xml"/><Relationship Id="rId15" Type="http://schemas.openxmlformats.org/officeDocument/2006/relationships/slideLayout" Target="../slideLayouts/slideLayout53.xml"/><Relationship Id="rId14" Type="http://schemas.openxmlformats.org/officeDocument/2006/relationships/slideLayout" Target="../slideLayouts/slideLayout52.xml"/><Relationship Id="rId17" Type="http://schemas.openxmlformats.org/officeDocument/2006/relationships/slideLayout" Target="../slideLayouts/slideLayout55.xml"/><Relationship Id="rId16" Type="http://schemas.openxmlformats.org/officeDocument/2006/relationships/slideLayout" Target="../slideLayouts/slideLayout54.xml"/><Relationship Id="rId19" Type="http://schemas.openxmlformats.org/officeDocument/2006/relationships/slideLayout" Target="../slideLayouts/slideLayout57.xml"/><Relationship Id="rId18"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496" y="593367"/>
            <a:ext cx="11358000" cy="763500"/>
          </a:xfrm>
          <a:prstGeom prst="rect">
            <a:avLst/>
          </a:prstGeom>
          <a:noFill/>
          <a:ln>
            <a:noFill/>
          </a:ln>
        </p:spPr>
        <p:txBody>
          <a:bodyPr anchorCtr="0" anchor="t" bIns="121875" lIns="121875" spcFirstLastPara="1" rIns="121875" wrap="square" tIns="121875">
            <a:normAutofit/>
          </a:bodyPr>
          <a:lstStyle>
            <a:lvl1pPr lvl="0" rtl="0">
              <a:spcBef>
                <a:spcPts val="0"/>
              </a:spcBef>
              <a:spcAft>
                <a:spcPts val="0"/>
              </a:spcAft>
              <a:buClr>
                <a:schemeClr val="dk1"/>
              </a:buClr>
              <a:buSzPts val="3700"/>
              <a:buNone/>
              <a:defRPr sz="3700">
                <a:solidFill>
                  <a:schemeClr val="dk1"/>
                </a:solidFill>
              </a:defRPr>
            </a:lvl1pPr>
            <a:lvl2pPr lvl="1" rtl="0">
              <a:spcBef>
                <a:spcPts val="0"/>
              </a:spcBef>
              <a:spcAft>
                <a:spcPts val="0"/>
              </a:spcAft>
              <a:buClr>
                <a:schemeClr val="dk1"/>
              </a:buClr>
              <a:buSzPts val="3700"/>
              <a:buNone/>
              <a:defRPr sz="3700">
                <a:solidFill>
                  <a:schemeClr val="dk1"/>
                </a:solidFill>
              </a:defRPr>
            </a:lvl2pPr>
            <a:lvl3pPr lvl="2" rtl="0">
              <a:spcBef>
                <a:spcPts val="0"/>
              </a:spcBef>
              <a:spcAft>
                <a:spcPts val="0"/>
              </a:spcAft>
              <a:buClr>
                <a:schemeClr val="dk1"/>
              </a:buClr>
              <a:buSzPts val="3700"/>
              <a:buNone/>
              <a:defRPr sz="3700">
                <a:solidFill>
                  <a:schemeClr val="dk1"/>
                </a:solidFill>
              </a:defRPr>
            </a:lvl3pPr>
            <a:lvl4pPr lvl="3" rtl="0">
              <a:spcBef>
                <a:spcPts val="0"/>
              </a:spcBef>
              <a:spcAft>
                <a:spcPts val="0"/>
              </a:spcAft>
              <a:buClr>
                <a:schemeClr val="dk1"/>
              </a:buClr>
              <a:buSzPts val="3700"/>
              <a:buNone/>
              <a:defRPr sz="3700">
                <a:solidFill>
                  <a:schemeClr val="dk1"/>
                </a:solidFill>
              </a:defRPr>
            </a:lvl4pPr>
            <a:lvl5pPr lvl="4" rtl="0">
              <a:spcBef>
                <a:spcPts val="0"/>
              </a:spcBef>
              <a:spcAft>
                <a:spcPts val="0"/>
              </a:spcAft>
              <a:buClr>
                <a:schemeClr val="dk1"/>
              </a:buClr>
              <a:buSzPts val="3700"/>
              <a:buNone/>
              <a:defRPr sz="3700">
                <a:solidFill>
                  <a:schemeClr val="dk1"/>
                </a:solidFill>
              </a:defRPr>
            </a:lvl5pPr>
            <a:lvl6pPr lvl="5" rtl="0">
              <a:spcBef>
                <a:spcPts val="0"/>
              </a:spcBef>
              <a:spcAft>
                <a:spcPts val="0"/>
              </a:spcAft>
              <a:buClr>
                <a:schemeClr val="dk1"/>
              </a:buClr>
              <a:buSzPts val="3700"/>
              <a:buNone/>
              <a:defRPr sz="3700">
                <a:solidFill>
                  <a:schemeClr val="dk1"/>
                </a:solidFill>
              </a:defRPr>
            </a:lvl6pPr>
            <a:lvl7pPr lvl="6" rtl="0">
              <a:spcBef>
                <a:spcPts val="0"/>
              </a:spcBef>
              <a:spcAft>
                <a:spcPts val="0"/>
              </a:spcAft>
              <a:buClr>
                <a:schemeClr val="dk1"/>
              </a:buClr>
              <a:buSzPts val="3700"/>
              <a:buNone/>
              <a:defRPr sz="3700">
                <a:solidFill>
                  <a:schemeClr val="dk1"/>
                </a:solidFill>
              </a:defRPr>
            </a:lvl7pPr>
            <a:lvl8pPr lvl="7" rtl="0">
              <a:spcBef>
                <a:spcPts val="0"/>
              </a:spcBef>
              <a:spcAft>
                <a:spcPts val="0"/>
              </a:spcAft>
              <a:buClr>
                <a:schemeClr val="dk1"/>
              </a:buClr>
              <a:buSzPts val="3700"/>
              <a:buNone/>
              <a:defRPr sz="3700">
                <a:solidFill>
                  <a:schemeClr val="dk1"/>
                </a:solidFill>
              </a:defRPr>
            </a:lvl8pPr>
            <a:lvl9pPr lvl="8" rtl="0">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496" y="1536633"/>
            <a:ext cx="11358000" cy="4555200"/>
          </a:xfrm>
          <a:prstGeom prst="rect">
            <a:avLst/>
          </a:prstGeom>
          <a:noFill/>
          <a:ln>
            <a:noFill/>
          </a:ln>
        </p:spPr>
        <p:txBody>
          <a:bodyPr anchorCtr="0" anchor="t" bIns="121875" lIns="121875" spcFirstLastPara="1" rIns="121875" wrap="square" tIns="121875">
            <a:normAutofit/>
          </a:bodyPr>
          <a:lstStyle>
            <a:lvl1pPr indent="-381000" lvl="0" marL="457200" rtl="0">
              <a:lnSpc>
                <a:spcPct val="115000"/>
              </a:lnSpc>
              <a:spcBef>
                <a:spcPts val="0"/>
              </a:spcBef>
              <a:spcAft>
                <a:spcPts val="0"/>
              </a:spcAft>
              <a:buClr>
                <a:schemeClr val="dk2"/>
              </a:buClr>
              <a:buSzPts val="2400"/>
              <a:buChar char="●"/>
              <a:defRPr sz="2400">
                <a:solidFill>
                  <a:schemeClr val="dk2"/>
                </a:solidFill>
              </a:defRPr>
            </a:lvl1pPr>
            <a:lvl2pPr indent="-349250" lvl="1" marL="914400" rtl="0">
              <a:lnSpc>
                <a:spcPct val="115000"/>
              </a:lnSpc>
              <a:spcBef>
                <a:spcPts val="0"/>
              </a:spcBef>
              <a:spcAft>
                <a:spcPts val="0"/>
              </a:spcAft>
              <a:buClr>
                <a:schemeClr val="dk2"/>
              </a:buClr>
              <a:buSzPts val="1900"/>
              <a:buChar char="○"/>
              <a:defRPr sz="1900">
                <a:solidFill>
                  <a:schemeClr val="dk2"/>
                </a:solidFill>
              </a:defRPr>
            </a:lvl2pPr>
            <a:lvl3pPr indent="-349250" lvl="2" marL="1371600" rtl="0">
              <a:lnSpc>
                <a:spcPct val="115000"/>
              </a:lnSpc>
              <a:spcBef>
                <a:spcPts val="0"/>
              </a:spcBef>
              <a:spcAft>
                <a:spcPts val="0"/>
              </a:spcAft>
              <a:buClr>
                <a:schemeClr val="dk2"/>
              </a:buClr>
              <a:buSzPts val="1900"/>
              <a:buChar char="■"/>
              <a:defRPr sz="1900">
                <a:solidFill>
                  <a:schemeClr val="dk2"/>
                </a:solidFill>
              </a:defRPr>
            </a:lvl3pPr>
            <a:lvl4pPr indent="-349250" lvl="3" marL="1828800" rtl="0">
              <a:lnSpc>
                <a:spcPct val="115000"/>
              </a:lnSpc>
              <a:spcBef>
                <a:spcPts val="0"/>
              </a:spcBef>
              <a:spcAft>
                <a:spcPts val="0"/>
              </a:spcAft>
              <a:buClr>
                <a:schemeClr val="dk2"/>
              </a:buClr>
              <a:buSzPts val="1900"/>
              <a:buChar char="●"/>
              <a:defRPr sz="1900">
                <a:solidFill>
                  <a:schemeClr val="dk2"/>
                </a:solidFill>
              </a:defRPr>
            </a:lvl4pPr>
            <a:lvl5pPr indent="-349250" lvl="4" marL="2286000" rtl="0">
              <a:lnSpc>
                <a:spcPct val="115000"/>
              </a:lnSpc>
              <a:spcBef>
                <a:spcPts val="0"/>
              </a:spcBef>
              <a:spcAft>
                <a:spcPts val="0"/>
              </a:spcAft>
              <a:buClr>
                <a:schemeClr val="dk2"/>
              </a:buClr>
              <a:buSzPts val="1900"/>
              <a:buChar char="○"/>
              <a:defRPr sz="1900">
                <a:solidFill>
                  <a:schemeClr val="dk2"/>
                </a:solidFill>
              </a:defRPr>
            </a:lvl5pPr>
            <a:lvl6pPr indent="-349250" lvl="5" marL="2743200" rtl="0">
              <a:lnSpc>
                <a:spcPct val="115000"/>
              </a:lnSpc>
              <a:spcBef>
                <a:spcPts val="0"/>
              </a:spcBef>
              <a:spcAft>
                <a:spcPts val="0"/>
              </a:spcAft>
              <a:buClr>
                <a:schemeClr val="dk2"/>
              </a:buClr>
              <a:buSzPts val="1900"/>
              <a:buChar char="■"/>
              <a:defRPr sz="1900">
                <a:solidFill>
                  <a:schemeClr val="dk2"/>
                </a:solidFill>
              </a:defRPr>
            </a:lvl6pPr>
            <a:lvl7pPr indent="-349250" lvl="6" marL="3200400" rtl="0">
              <a:lnSpc>
                <a:spcPct val="115000"/>
              </a:lnSpc>
              <a:spcBef>
                <a:spcPts val="0"/>
              </a:spcBef>
              <a:spcAft>
                <a:spcPts val="0"/>
              </a:spcAft>
              <a:buClr>
                <a:schemeClr val="dk2"/>
              </a:buClr>
              <a:buSzPts val="1900"/>
              <a:buChar char="●"/>
              <a:defRPr sz="1900">
                <a:solidFill>
                  <a:schemeClr val="dk2"/>
                </a:solidFill>
              </a:defRPr>
            </a:lvl7pPr>
            <a:lvl8pPr indent="-349250" lvl="7" marL="3657600" rtl="0">
              <a:lnSpc>
                <a:spcPct val="115000"/>
              </a:lnSpc>
              <a:spcBef>
                <a:spcPts val="0"/>
              </a:spcBef>
              <a:spcAft>
                <a:spcPts val="0"/>
              </a:spcAft>
              <a:buClr>
                <a:schemeClr val="dk2"/>
              </a:buClr>
              <a:buSzPts val="1900"/>
              <a:buChar char="○"/>
              <a:defRPr sz="1900">
                <a:solidFill>
                  <a:schemeClr val="dk2"/>
                </a:solidFill>
              </a:defRPr>
            </a:lvl8pPr>
            <a:lvl9pPr indent="-349250" lvl="8" marL="4114800" rtl="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3784" y="6217622"/>
            <a:ext cx="731400" cy="524700"/>
          </a:xfrm>
          <a:prstGeom prst="rect">
            <a:avLst/>
          </a:prstGeom>
          <a:noFill/>
          <a:ln>
            <a:noFill/>
          </a:ln>
        </p:spPr>
        <p:txBody>
          <a:bodyPr anchorCtr="0" anchor="ctr" bIns="121875" lIns="121875" spcFirstLastPara="1" rIns="121875" wrap="square" tIns="121875">
            <a:normAutofit/>
          </a:bodyPr>
          <a:lstStyle>
            <a:lvl1pPr lvl="0" rtl="0" algn="r">
              <a:buNone/>
              <a:defRPr sz="1300">
                <a:solidFill>
                  <a:schemeClr val="dk2"/>
                </a:solidFill>
              </a:defRPr>
            </a:lvl1pPr>
            <a:lvl2pPr lvl="1" rtl="0" algn="r">
              <a:buNone/>
              <a:defRPr sz="1300">
                <a:solidFill>
                  <a:schemeClr val="dk2"/>
                </a:solidFill>
              </a:defRPr>
            </a:lvl2pPr>
            <a:lvl3pPr lvl="2" rtl="0" algn="r">
              <a:buNone/>
              <a:defRPr sz="1300">
                <a:solidFill>
                  <a:schemeClr val="dk2"/>
                </a:solidFill>
              </a:defRPr>
            </a:lvl3pPr>
            <a:lvl4pPr lvl="3" rtl="0" algn="r">
              <a:buNone/>
              <a:defRPr sz="1300">
                <a:solidFill>
                  <a:schemeClr val="dk2"/>
                </a:solidFill>
              </a:defRPr>
            </a:lvl4pPr>
            <a:lvl5pPr lvl="4" rtl="0" algn="r">
              <a:buNone/>
              <a:defRPr sz="1300">
                <a:solidFill>
                  <a:schemeClr val="dk2"/>
                </a:solidFill>
              </a:defRPr>
            </a:lvl5pPr>
            <a:lvl6pPr lvl="5" rtl="0" algn="r">
              <a:buNone/>
              <a:defRPr sz="1300">
                <a:solidFill>
                  <a:schemeClr val="dk2"/>
                </a:solidFill>
              </a:defRPr>
            </a:lvl6pPr>
            <a:lvl7pPr lvl="6" rtl="0" algn="r">
              <a:buNone/>
              <a:defRPr sz="1300">
                <a:solidFill>
                  <a:schemeClr val="dk2"/>
                </a:solidFill>
              </a:defRPr>
            </a:lvl7pPr>
            <a:lvl8pPr lvl="7" rtl="0" algn="r">
              <a:buNone/>
              <a:defRPr sz="1300">
                <a:solidFill>
                  <a:schemeClr val="dk2"/>
                </a:solidFill>
              </a:defRPr>
            </a:lvl8pPr>
            <a:lvl9pPr lvl="8" rtl="0"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49245" y="535597"/>
            <a:ext cx="10659300" cy="5835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000"/>
              <a:buFont typeface="DM Sans Medium"/>
              <a:buNone/>
              <a:defRPr i="0" sz="4000" u="none" cap="none" strike="noStrike">
                <a:solidFill>
                  <a:schemeClr val="dk1"/>
                </a:solidFill>
                <a:latin typeface="DM Sans Medium"/>
                <a:ea typeface="DM Sans Medium"/>
                <a:cs typeface="DM Sans Medium"/>
                <a:sym typeface="DM Sans Medium"/>
              </a:defRPr>
            </a:lvl1pPr>
            <a:lvl2pPr lvl="1" rtl="0">
              <a:spcBef>
                <a:spcPts val="0"/>
              </a:spcBef>
              <a:spcAft>
                <a:spcPts val="0"/>
              </a:spcAft>
              <a:buSzPts val="1500"/>
              <a:buNone/>
              <a:defRPr sz="1900"/>
            </a:lvl2pPr>
            <a:lvl3pPr lvl="2" rtl="0">
              <a:spcBef>
                <a:spcPts val="0"/>
              </a:spcBef>
              <a:spcAft>
                <a:spcPts val="0"/>
              </a:spcAft>
              <a:buSzPts val="1500"/>
              <a:buNone/>
              <a:defRPr sz="1900"/>
            </a:lvl3pPr>
            <a:lvl4pPr lvl="3" rtl="0">
              <a:spcBef>
                <a:spcPts val="0"/>
              </a:spcBef>
              <a:spcAft>
                <a:spcPts val="0"/>
              </a:spcAft>
              <a:buSzPts val="1500"/>
              <a:buNone/>
              <a:defRPr sz="1900"/>
            </a:lvl4pPr>
            <a:lvl5pPr lvl="4" rtl="0">
              <a:spcBef>
                <a:spcPts val="0"/>
              </a:spcBef>
              <a:spcAft>
                <a:spcPts val="0"/>
              </a:spcAft>
              <a:buSzPts val="1500"/>
              <a:buNone/>
              <a:defRPr sz="1900"/>
            </a:lvl5pPr>
            <a:lvl6pPr lvl="5" rtl="0">
              <a:spcBef>
                <a:spcPts val="0"/>
              </a:spcBef>
              <a:spcAft>
                <a:spcPts val="0"/>
              </a:spcAft>
              <a:buSzPts val="1500"/>
              <a:buNone/>
              <a:defRPr sz="1900"/>
            </a:lvl6pPr>
            <a:lvl7pPr lvl="6" rtl="0">
              <a:spcBef>
                <a:spcPts val="0"/>
              </a:spcBef>
              <a:spcAft>
                <a:spcPts val="0"/>
              </a:spcAft>
              <a:buSzPts val="1500"/>
              <a:buNone/>
              <a:defRPr sz="1900"/>
            </a:lvl7pPr>
            <a:lvl8pPr lvl="7" rtl="0">
              <a:spcBef>
                <a:spcPts val="0"/>
              </a:spcBef>
              <a:spcAft>
                <a:spcPts val="0"/>
              </a:spcAft>
              <a:buSzPts val="1500"/>
              <a:buNone/>
              <a:defRPr sz="1900"/>
            </a:lvl8pPr>
            <a:lvl9pPr lvl="8" rtl="0">
              <a:spcBef>
                <a:spcPts val="0"/>
              </a:spcBef>
              <a:spcAft>
                <a:spcPts val="0"/>
              </a:spcAft>
              <a:buSzPts val="1500"/>
              <a:buNone/>
              <a:defRPr sz="1900"/>
            </a:lvl9pPr>
          </a:lstStyle>
          <a:p/>
        </p:txBody>
      </p:sp>
      <p:sp>
        <p:nvSpPr>
          <p:cNvPr id="52" name="Google Shape;52;p13"/>
          <p:cNvSpPr txBox="1"/>
          <p:nvPr>
            <p:ph idx="1" type="body"/>
          </p:nvPr>
        </p:nvSpPr>
        <p:spPr>
          <a:xfrm>
            <a:off x="761809" y="1825633"/>
            <a:ext cx="10589400" cy="4351200"/>
          </a:xfrm>
          <a:prstGeom prst="rect">
            <a:avLst/>
          </a:prstGeom>
          <a:noFill/>
          <a:ln>
            <a:noFill/>
          </a:ln>
        </p:spPr>
        <p:txBody>
          <a:bodyPr anchorCtr="0" anchor="t" bIns="0" lIns="0" spcFirstLastPara="1" rIns="0" wrap="square" tIns="0">
            <a:noAutofit/>
          </a:bodyPr>
          <a:lstStyle>
            <a:lvl1pPr indent="-381000" lvl="0" marL="457200" marR="0" rtl="0" algn="l">
              <a:lnSpc>
                <a:spcPct val="90000"/>
              </a:lnSpc>
              <a:spcBef>
                <a:spcPts val="1100"/>
              </a:spcBef>
              <a:spcAft>
                <a:spcPts val="0"/>
              </a:spcAft>
              <a:buClr>
                <a:schemeClr val="accent1"/>
              </a:buClr>
              <a:buSzPts val="2400"/>
              <a:buFont typeface="DM Sans"/>
              <a:buChar char="•"/>
              <a:defRPr i="0" sz="2400" u="none" cap="none" strike="noStrike">
                <a:solidFill>
                  <a:schemeClr val="dk1"/>
                </a:solidFill>
                <a:latin typeface="DM Sans"/>
                <a:ea typeface="DM Sans"/>
                <a:cs typeface="DM Sans"/>
                <a:sym typeface="DM Sans"/>
              </a:defRPr>
            </a:lvl1pPr>
            <a:lvl2pPr indent="-355600" lvl="1" marL="914400" marR="0" rtl="0" algn="l">
              <a:lnSpc>
                <a:spcPct val="90000"/>
              </a:lnSpc>
              <a:spcBef>
                <a:spcPts val="500"/>
              </a:spcBef>
              <a:spcAft>
                <a:spcPts val="0"/>
              </a:spcAft>
              <a:buClr>
                <a:schemeClr val="accent4"/>
              </a:buClr>
              <a:buSzPts val="2000"/>
              <a:buFont typeface="DM Sans"/>
              <a:buChar char="•"/>
              <a:defRPr i="0" sz="2000" u="none" cap="none" strike="noStrike">
                <a:solidFill>
                  <a:schemeClr val="dk1"/>
                </a:solidFill>
                <a:latin typeface="DM Sans"/>
                <a:ea typeface="DM Sans"/>
                <a:cs typeface="DM Sans"/>
                <a:sym typeface="DM Sans"/>
              </a:defRPr>
            </a:lvl2pPr>
            <a:lvl3pPr indent="-330200" lvl="2" marL="13716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3pPr>
            <a:lvl4pPr indent="-330200" lvl="3" marL="18288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4pPr>
            <a:lvl5pPr indent="-330200" lvl="4" marL="22860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5pPr>
            <a:lvl6pPr indent="-330200" lvl="5" marL="27432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6pPr>
            <a:lvl7pPr indent="-330200" lvl="6" marL="32004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7pPr>
            <a:lvl8pPr indent="-330200" lvl="7" marL="36576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8pPr>
            <a:lvl9pPr indent="-330200" lvl="8" marL="4114800" marR="0" rtl="0" algn="l">
              <a:lnSpc>
                <a:spcPct val="90000"/>
              </a:lnSpc>
              <a:spcBef>
                <a:spcPts val="500"/>
              </a:spcBef>
              <a:spcAft>
                <a:spcPts val="0"/>
              </a:spcAft>
              <a:buClr>
                <a:schemeClr val="dk1"/>
              </a:buClr>
              <a:buSzPts val="1600"/>
              <a:buFont typeface="DM Sans"/>
              <a:buChar char="•"/>
              <a:defRPr i="0" sz="1600" u="none" cap="none" strike="noStrike">
                <a:solidFill>
                  <a:schemeClr val="dk1"/>
                </a:solidFill>
                <a:latin typeface="DM Sans"/>
                <a:ea typeface="DM Sans"/>
                <a:cs typeface="DM Sans"/>
                <a:sym typeface="DM Sans"/>
              </a:defRPr>
            </a:lvl9pPr>
          </a:lstStyle>
          <a:p/>
        </p:txBody>
      </p:sp>
      <p:sp>
        <p:nvSpPr>
          <p:cNvPr id="53" name="Google Shape;53;p13"/>
          <p:cNvSpPr txBox="1"/>
          <p:nvPr/>
        </p:nvSpPr>
        <p:spPr>
          <a:xfrm>
            <a:off x="646561" y="6361500"/>
            <a:ext cx="5377800" cy="415500"/>
          </a:xfrm>
          <a:prstGeom prst="rect">
            <a:avLst/>
          </a:prstGeom>
          <a:noFill/>
          <a:ln>
            <a:noFill/>
          </a:ln>
        </p:spPr>
        <p:txBody>
          <a:bodyPr anchorCtr="0" anchor="t" bIns="121875" lIns="121875" spcFirstLastPara="1" rIns="121875" wrap="square" tIns="121875">
            <a:spAutoFit/>
          </a:bodyPr>
          <a:lstStyle/>
          <a:p>
            <a:pPr indent="0" lvl="0" marL="0" rtl="0" algn="l">
              <a:spcBef>
                <a:spcPts val="0"/>
              </a:spcBef>
              <a:spcAft>
                <a:spcPts val="0"/>
              </a:spcAft>
              <a:buNone/>
            </a:pPr>
            <a:r>
              <a:rPr lang="en" sz="1100">
                <a:solidFill>
                  <a:schemeClr val="accent5"/>
                </a:solidFill>
                <a:latin typeface="DM Sans"/>
                <a:ea typeface="DM Sans"/>
                <a:cs typeface="DM Sans"/>
                <a:sym typeface="DM Sans"/>
              </a:rPr>
              <a:t>©2024 Databricks Inc. — All rights reserved</a:t>
            </a:r>
            <a:endParaRPr sz="1100">
              <a:solidFill>
                <a:schemeClr val="accent5"/>
              </a:solidFill>
              <a:latin typeface="DM Sans"/>
              <a:ea typeface="DM Sans"/>
              <a:cs typeface="DM Sans"/>
              <a:sym typeface="DM Sans"/>
            </a:endParaRPr>
          </a:p>
        </p:txBody>
      </p:sp>
      <p:pic>
        <p:nvPicPr>
          <p:cNvPr id="54" name="Google Shape;54;p13"/>
          <p:cNvPicPr preferRelativeResize="0"/>
          <p:nvPr/>
        </p:nvPicPr>
        <p:blipFill>
          <a:blip r:embed="rId1">
            <a:alphaModFix/>
          </a:blip>
          <a:stretch>
            <a:fillRect/>
          </a:stretch>
        </p:blipFill>
        <p:spPr>
          <a:xfrm>
            <a:off x="10665331" y="6473302"/>
            <a:ext cx="186720" cy="186720"/>
          </a:xfrm>
          <a:prstGeom prst="rect">
            <a:avLst/>
          </a:prstGeom>
          <a:noFill/>
          <a:ln>
            <a:noFill/>
          </a:ln>
        </p:spPr>
      </p:pic>
      <p:sp>
        <p:nvSpPr>
          <p:cNvPr id="55" name="Google Shape;55;p13"/>
          <p:cNvSpPr txBox="1"/>
          <p:nvPr>
            <p:ph idx="12" type="sldNum"/>
          </p:nvPr>
        </p:nvSpPr>
        <p:spPr>
          <a:xfrm>
            <a:off x="11097669" y="6473300"/>
            <a:ext cx="324300" cy="186600"/>
          </a:xfrm>
          <a:prstGeom prst="rect">
            <a:avLst/>
          </a:prstGeom>
          <a:noFill/>
          <a:ln>
            <a:noFill/>
          </a:ln>
        </p:spPr>
        <p:txBody>
          <a:bodyPr anchorCtr="0" anchor="t" bIns="0" lIns="0" spcFirstLastPara="1" rIns="0" wrap="square" tIns="0">
            <a:noAutofit/>
          </a:bodyPr>
          <a:lstStyle>
            <a:lvl1pPr lvl="0" rtl="0" algn="r">
              <a:buNone/>
              <a:defRPr sz="1100">
                <a:solidFill>
                  <a:schemeClr val="accent5"/>
                </a:solidFill>
                <a:latin typeface="DM Sans"/>
                <a:ea typeface="DM Sans"/>
                <a:cs typeface="DM Sans"/>
                <a:sym typeface="DM Sans"/>
              </a:defRPr>
            </a:lvl1pPr>
            <a:lvl2pPr lvl="1" rtl="0" algn="r">
              <a:buNone/>
              <a:defRPr sz="1100">
                <a:solidFill>
                  <a:schemeClr val="accent5"/>
                </a:solidFill>
                <a:latin typeface="DM Sans"/>
                <a:ea typeface="DM Sans"/>
                <a:cs typeface="DM Sans"/>
                <a:sym typeface="DM Sans"/>
              </a:defRPr>
            </a:lvl2pPr>
            <a:lvl3pPr lvl="2" rtl="0" algn="r">
              <a:buNone/>
              <a:defRPr sz="1100">
                <a:solidFill>
                  <a:schemeClr val="accent5"/>
                </a:solidFill>
                <a:latin typeface="DM Sans"/>
                <a:ea typeface="DM Sans"/>
                <a:cs typeface="DM Sans"/>
                <a:sym typeface="DM Sans"/>
              </a:defRPr>
            </a:lvl3pPr>
            <a:lvl4pPr lvl="3" rtl="0" algn="r">
              <a:buNone/>
              <a:defRPr sz="1100">
                <a:solidFill>
                  <a:schemeClr val="accent5"/>
                </a:solidFill>
                <a:latin typeface="DM Sans"/>
                <a:ea typeface="DM Sans"/>
                <a:cs typeface="DM Sans"/>
                <a:sym typeface="DM Sans"/>
              </a:defRPr>
            </a:lvl4pPr>
            <a:lvl5pPr lvl="4" rtl="0" algn="r">
              <a:buNone/>
              <a:defRPr sz="1100">
                <a:solidFill>
                  <a:schemeClr val="accent5"/>
                </a:solidFill>
                <a:latin typeface="DM Sans"/>
                <a:ea typeface="DM Sans"/>
                <a:cs typeface="DM Sans"/>
                <a:sym typeface="DM Sans"/>
              </a:defRPr>
            </a:lvl5pPr>
            <a:lvl6pPr lvl="5" rtl="0" algn="r">
              <a:buNone/>
              <a:defRPr sz="1100">
                <a:solidFill>
                  <a:schemeClr val="accent5"/>
                </a:solidFill>
                <a:latin typeface="DM Sans"/>
                <a:ea typeface="DM Sans"/>
                <a:cs typeface="DM Sans"/>
                <a:sym typeface="DM Sans"/>
              </a:defRPr>
            </a:lvl6pPr>
            <a:lvl7pPr lvl="6" rtl="0" algn="r">
              <a:buNone/>
              <a:defRPr sz="1100">
                <a:solidFill>
                  <a:schemeClr val="accent5"/>
                </a:solidFill>
                <a:latin typeface="DM Sans"/>
                <a:ea typeface="DM Sans"/>
                <a:cs typeface="DM Sans"/>
                <a:sym typeface="DM Sans"/>
              </a:defRPr>
            </a:lvl7pPr>
            <a:lvl8pPr lvl="7" rtl="0" algn="r">
              <a:buNone/>
              <a:defRPr sz="1100">
                <a:solidFill>
                  <a:schemeClr val="accent5"/>
                </a:solidFill>
                <a:latin typeface="DM Sans"/>
                <a:ea typeface="DM Sans"/>
                <a:cs typeface="DM Sans"/>
                <a:sym typeface="DM Sans"/>
              </a:defRPr>
            </a:lvl8pPr>
            <a:lvl9pPr lvl="8" rtl="0" algn="r">
              <a:buNone/>
              <a:defRPr sz="1100">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13"/>
          <p:cNvSpPr txBox="1"/>
          <p:nvPr/>
        </p:nvSpPr>
        <p:spPr>
          <a:xfrm>
            <a:off x="6388242" y="6361500"/>
            <a:ext cx="4249200" cy="415500"/>
          </a:xfrm>
          <a:prstGeom prst="rect">
            <a:avLst/>
          </a:prstGeom>
          <a:noFill/>
          <a:ln>
            <a:noFill/>
          </a:ln>
        </p:spPr>
        <p:txBody>
          <a:bodyPr anchorCtr="0" anchor="t" bIns="121875" lIns="121875" spcFirstLastPara="1" rIns="121875" wrap="square" tIns="121875">
            <a:spAutoFit/>
          </a:bodyPr>
          <a:lstStyle/>
          <a:p>
            <a:pPr indent="0" lvl="0" marL="0" rtl="0" algn="r">
              <a:spcBef>
                <a:spcPts val="0"/>
              </a:spcBef>
              <a:spcAft>
                <a:spcPts val="0"/>
              </a:spcAft>
              <a:buNone/>
            </a:pPr>
            <a:r>
              <a:rPr lang="en" sz="1100">
                <a:solidFill>
                  <a:schemeClr val="accent5"/>
                </a:solidFill>
                <a:latin typeface="DM Sans"/>
                <a:ea typeface="DM Sans"/>
                <a:cs typeface="DM Sans"/>
                <a:sym typeface="DM Sans"/>
              </a:rPr>
              <a:t>Confidential and Proprietary</a:t>
            </a:r>
            <a:endParaRPr sz="1100">
              <a:solidFill>
                <a:schemeClr val="accent5"/>
              </a:solidFill>
              <a:latin typeface="DM Sans"/>
              <a:ea typeface="DM Sans"/>
              <a:cs typeface="DM Sans"/>
              <a:sym typeface="DM Sans"/>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 id="2147483676" r:id="rId19"/>
    <p:sldLayoutId id="2147483677" r:id="rId20"/>
    <p:sldLayoutId id="2147483678" r:id="rId21"/>
    <p:sldLayoutId id="2147483679" r:id="rId22"/>
    <p:sldLayoutId id="2147483680" r:id="rId23"/>
    <p:sldLayoutId id="2147483681" r:id="rId24"/>
    <p:sldLayoutId id="2147483682" r:id="rId25"/>
    <p:sldLayoutId id="2147483683" r:id="rId26"/>
    <p:sldLayoutId id="2147483684" r:id="rId27"/>
    <p:sldLayoutId id="2147483685" r:id="rId28"/>
    <p:sldLayoutId id="2147483686" r:id="rId2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
          <p15:clr>
            <a:srgbClr val="EA4335"/>
          </p15:clr>
        </p15:guide>
        <p15:guide id="2" pos="480">
          <p15:clr>
            <a:srgbClr val="EA4335"/>
          </p15:clr>
        </p15:guide>
        <p15:guide id="3" pos="960">
          <p15:clr>
            <a:srgbClr val="EA4335"/>
          </p15:clr>
        </p15:guide>
        <p15:guide id="4" pos="1056">
          <p15:clr>
            <a:srgbClr val="EA4335"/>
          </p15:clr>
        </p15:guide>
        <p15:guide id="5" pos="1518">
          <p15:clr>
            <a:srgbClr val="EA4335"/>
          </p15:clr>
        </p15:guide>
        <p15:guide id="6" pos="1614">
          <p15:clr>
            <a:srgbClr val="EA4335"/>
          </p15:clr>
        </p15:guide>
        <p15:guide id="7" pos="2091">
          <p15:clr>
            <a:srgbClr val="EA4335"/>
          </p15:clr>
        </p15:guide>
        <p15:guide id="8" pos="2185">
          <p15:clr>
            <a:srgbClr val="EA4335"/>
          </p15:clr>
        </p15:guide>
        <p15:guide id="9" pos="2651">
          <p15:clr>
            <a:srgbClr val="EA4335"/>
          </p15:clr>
        </p15:guide>
        <p15:guide id="10" pos="2755">
          <p15:clr>
            <a:srgbClr val="EA4335"/>
          </p15:clr>
        </p15:guide>
        <p15:guide id="11" pos="3223">
          <p15:clr>
            <a:srgbClr val="EA4335"/>
          </p15:clr>
        </p15:guide>
        <p15:guide id="12" pos="3326">
          <p15:clr>
            <a:srgbClr val="EA4335"/>
          </p15:clr>
        </p15:guide>
        <p15:guide id="13" pos="3795">
          <p15:clr>
            <a:srgbClr val="EA4335"/>
          </p15:clr>
        </p15:guide>
        <p15:guide id="14" pos="3883">
          <p15:clr>
            <a:srgbClr val="EA4335"/>
          </p15:clr>
        </p15:guide>
        <p15:guide id="15" pos="4367">
          <p15:clr>
            <a:srgbClr val="EA4335"/>
          </p15:clr>
        </p15:guide>
        <p15:guide id="16" pos="4455">
          <p15:clr>
            <a:srgbClr val="EA4335"/>
          </p15:clr>
        </p15:guide>
        <p15:guide id="17" pos="4923">
          <p15:clr>
            <a:srgbClr val="EA4335"/>
          </p15:clr>
        </p15:guide>
        <p15:guide id="18" pos="5027">
          <p15:clr>
            <a:srgbClr val="EA4335"/>
          </p15:clr>
        </p15:guide>
        <p15:guide id="19" pos="5493">
          <p15:clr>
            <a:srgbClr val="EA4335"/>
          </p15:clr>
        </p15:guide>
        <p15:guide id="20" pos="5587">
          <p15:clr>
            <a:srgbClr val="EA4335"/>
          </p15:clr>
        </p15:guide>
        <p15:guide id="21" pos="6064">
          <p15:clr>
            <a:srgbClr val="EA4335"/>
          </p15:clr>
        </p15:guide>
        <p15:guide id="22" pos="6161">
          <p15:clr>
            <a:srgbClr val="EA4335"/>
          </p15:clr>
        </p15:guide>
        <p15:guide id="23" pos="6622">
          <p15:clr>
            <a:srgbClr val="EA4335"/>
          </p15:clr>
        </p15:guide>
        <p15:guide id="24" pos="6718">
          <p15:clr>
            <a:srgbClr val="EA4335"/>
          </p15:clr>
        </p15:guide>
        <p15:guide id="25" pos="7198">
          <p15:clr>
            <a:srgbClr val="EA4335"/>
          </p15:clr>
        </p15:guide>
        <p15:guide id="26" pos="7294">
          <p15:clr>
            <a:srgbClr val="EA4335"/>
          </p15:clr>
        </p15:guide>
        <p15:guide id="27" orient="horz" pos="3936">
          <p15:clr>
            <a:srgbClr val="EA4335"/>
          </p15:clr>
        </p15:guide>
        <p15:guide id="28" orient="horz" pos="384">
          <p15:clr>
            <a:srgbClr val="EA4335"/>
          </p15:clr>
        </p15:guide>
        <p15:guide id="29" pos="3839">
          <p15:clr>
            <a:srgbClr val="EA4335"/>
          </p15:clr>
        </p15:guide>
        <p15:guide id="30" orient="horz" pos="2160">
          <p15:clr>
            <a:srgbClr val="EA4335"/>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2" name="Shape 302"/>
        <p:cNvGrpSpPr/>
        <p:nvPr/>
      </p:nvGrpSpPr>
      <p:grpSpPr>
        <a:xfrm>
          <a:off x="0" y="0"/>
          <a:ext cx="0" cy="0"/>
          <a:chOff x="0" y="0"/>
          <a:chExt cx="0" cy="0"/>
        </a:xfrm>
      </p:grpSpPr>
      <p:sp>
        <p:nvSpPr>
          <p:cNvPr id="303" name="Google Shape;303;p42"/>
          <p:cNvSpPr txBox="1"/>
          <p:nvPr/>
        </p:nvSpPr>
        <p:spPr>
          <a:xfrm>
            <a:off x="646568" y="6361500"/>
            <a:ext cx="5377800" cy="415500"/>
          </a:xfrm>
          <a:prstGeom prst="rect">
            <a:avLst/>
          </a:prstGeom>
          <a:noFill/>
          <a:ln>
            <a:noFill/>
          </a:ln>
        </p:spPr>
        <p:txBody>
          <a:bodyPr anchorCtr="0" anchor="t" bIns="121875" lIns="121875" spcFirstLastPara="1" rIns="121875" wrap="square" tIns="121875">
            <a:sp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chemeClr val="accent5"/>
                </a:solidFill>
                <a:latin typeface="DM Sans"/>
                <a:ea typeface="DM Sans"/>
                <a:cs typeface="DM Sans"/>
                <a:sym typeface="DM Sans"/>
              </a:rPr>
              <a:t>©202</a:t>
            </a:r>
            <a:r>
              <a:rPr lang="en" sz="1100">
                <a:solidFill>
                  <a:schemeClr val="accent5"/>
                </a:solidFill>
                <a:latin typeface="DM Sans"/>
                <a:ea typeface="DM Sans"/>
                <a:cs typeface="DM Sans"/>
                <a:sym typeface="DM Sans"/>
              </a:rPr>
              <a:t>4</a:t>
            </a:r>
            <a:r>
              <a:rPr b="0" i="0" lang="en" sz="1100" u="none" cap="none" strike="noStrike">
                <a:solidFill>
                  <a:schemeClr val="accent5"/>
                </a:solidFill>
                <a:latin typeface="DM Sans"/>
                <a:ea typeface="DM Sans"/>
                <a:cs typeface="DM Sans"/>
                <a:sym typeface="DM Sans"/>
              </a:rPr>
              <a:t> Databricks Inc. — All rights reserved</a:t>
            </a:r>
            <a:endParaRPr b="0" i="0" sz="1100" u="none" cap="none" strike="noStrike">
              <a:solidFill>
                <a:schemeClr val="accent5"/>
              </a:solidFill>
              <a:latin typeface="DM Sans"/>
              <a:ea typeface="DM Sans"/>
              <a:cs typeface="DM Sans"/>
              <a:sym typeface="DM Sans"/>
            </a:endParaRPr>
          </a:p>
        </p:txBody>
      </p:sp>
      <p:pic>
        <p:nvPicPr>
          <p:cNvPr id="304" name="Google Shape;304;p42"/>
          <p:cNvPicPr preferRelativeResize="0"/>
          <p:nvPr/>
        </p:nvPicPr>
        <p:blipFill rotWithShape="1">
          <a:blip r:embed="rId1">
            <a:alphaModFix/>
          </a:blip>
          <a:srcRect b="0" l="0" r="0" t="0"/>
          <a:stretch/>
        </p:blipFill>
        <p:spPr>
          <a:xfrm>
            <a:off x="10665440" y="6473302"/>
            <a:ext cx="186673" cy="186673"/>
          </a:xfrm>
          <a:prstGeom prst="rect">
            <a:avLst/>
          </a:prstGeom>
          <a:noFill/>
          <a:ln>
            <a:noFill/>
          </a:ln>
        </p:spPr>
      </p:pic>
      <p:sp>
        <p:nvSpPr>
          <p:cNvPr id="305" name="Google Shape;305;p42"/>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1pPr>
            <a:lvl2pPr indent="0" lvl="1"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2pPr>
            <a:lvl3pPr indent="0" lvl="2"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3pPr>
            <a:lvl4pPr indent="0" lvl="3"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4pPr>
            <a:lvl5pPr indent="0" lvl="4"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5pPr>
            <a:lvl6pPr indent="0" lvl="5"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6pPr>
            <a:lvl7pPr indent="0" lvl="6"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7pPr>
            <a:lvl8pPr indent="0" lvl="7"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8pPr>
            <a:lvl9pPr indent="0" lvl="8" marL="0" marR="0" rtl="0" algn="r">
              <a:lnSpc>
                <a:spcPct val="100000"/>
              </a:lnSpc>
              <a:spcBef>
                <a:spcPts val="0"/>
              </a:spcBef>
              <a:spcAft>
                <a:spcPts val="0"/>
              </a:spcAft>
              <a:buClr>
                <a:srgbClr val="000000"/>
              </a:buClr>
              <a:buSzPts val="1100"/>
              <a:buFont typeface="Arial"/>
              <a:buNone/>
              <a:defRPr b="0" i="0" sz="1100" u="none" cap="none" strike="noStrike">
                <a:solidFill>
                  <a:schemeClr val="accent5"/>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6" name="Google Shape;306;p42"/>
          <p:cNvSpPr txBox="1"/>
          <p:nvPr>
            <p:ph type="title"/>
          </p:nvPr>
        </p:nvSpPr>
        <p:spPr>
          <a:xfrm>
            <a:off x="749253" y="535598"/>
            <a:ext cx="10512600" cy="5835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500"/>
              <a:buNone/>
              <a:defRPr b="0" i="0" sz="4000" u="none" cap="none" strike="noStrike">
                <a:solidFill>
                  <a:schemeClr val="lt1"/>
                </a:solidFill>
                <a:latin typeface="DM Sans Medium"/>
                <a:ea typeface="DM Sans Medium"/>
                <a:cs typeface="DM Sans Medium"/>
                <a:sym typeface="DM Sans Medium"/>
              </a:defRPr>
            </a:lvl1pPr>
            <a:lvl2pPr lvl="1"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9pPr>
          </a:lstStyle>
          <a:p/>
        </p:txBody>
      </p:sp>
      <p:sp>
        <p:nvSpPr>
          <p:cNvPr id="307" name="Google Shape;307;p42"/>
          <p:cNvSpPr txBox="1"/>
          <p:nvPr>
            <p:ph idx="1" type="body"/>
          </p:nvPr>
        </p:nvSpPr>
        <p:spPr>
          <a:xfrm>
            <a:off x="761817" y="1988833"/>
            <a:ext cx="10512600" cy="4351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SzPts val="1500"/>
              <a:buNone/>
              <a:defRPr b="0" i="0" sz="2400" u="none" cap="none" strike="noStrike">
                <a:solidFill>
                  <a:schemeClr val="lt1"/>
                </a:solidFill>
                <a:latin typeface="DM Sans"/>
                <a:ea typeface="DM Sans"/>
                <a:cs typeface="DM Sans"/>
                <a:sym typeface="DM Sans"/>
              </a:defRPr>
            </a:lvl1pPr>
            <a:lvl2pPr indent="-228600" lvl="1" marL="914400" marR="0" rtl="0" algn="l">
              <a:lnSpc>
                <a:spcPct val="100000"/>
              </a:lnSpc>
              <a:spcBef>
                <a:spcPts val="0"/>
              </a:spcBef>
              <a:spcAft>
                <a:spcPts val="0"/>
              </a:spcAft>
              <a:buSzPts val="1500"/>
              <a:buNone/>
              <a:defRPr b="0" i="0" sz="2000" u="none" cap="none" strike="noStrike">
                <a:solidFill>
                  <a:schemeClr val="lt1"/>
                </a:solidFill>
                <a:latin typeface="DM Sans"/>
                <a:ea typeface="DM Sans"/>
                <a:cs typeface="DM Sans"/>
                <a:sym typeface="DM Sans"/>
              </a:defRPr>
            </a:lvl2pPr>
            <a:lvl3pPr indent="-228600" lvl="2" marL="1371600" marR="0" rtl="0" algn="l">
              <a:lnSpc>
                <a:spcPct val="100000"/>
              </a:lnSpc>
              <a:spcBef>
                <a:spcPts val="0"/>
              </a:spcBef>
              <a:spcAft>
                <a:spcPts val="0"/>
              </a:spcAft>
              <a:buSzPts val="1500"/>
              <a:buNone/>
              <a:defRPr b="0" i="0" sz="1600" u="none" cap="none" strike="noStrike">
                <a:solidFill>
                  <a:schemeClr val="lt1"/>
                </a:solidFill>
                <a:latin typeface="DM Sans"/>
                <a:ea typeface="DM Sans"/>
                <a:cs typeface="DM Sans"/>
                <a:sym typeface="DM Sans"/>
              </a:defRPr>
            </a:lvl3pPr>
            <a:lvl4pPr indent="-228600" lvl="3" marL="1828800" marR="0" rtl="0" algn="l">
              <a:lnSpc>
                <a:spcPct val="100000"/>
              </a:lnSpc>
              <a:spcBef>
                <a:spcPts val="0"/>
              </a:spcBef>
              <a:spcAft>
                <a:spcPts val="0"/>
              </a:spcAft>
              <a:buSzPts val="1500"/>
              <a:buNone/>
              <a:defRPr b="0" i="0" sz="1600" u="none" cap="none" strike="noStrike">
                <a:solidFill>
                  <a:schemeClr val="lt1"/>
                </a:solidFill>
                <a:latin typeface="DM Sans"/>
                <a:ea typeface="DM Sans"/>
                <a:cs typeface="DM Sans"/>
                <a:sym typeface="DM Sans"/>
              </a:defRPr>
            </a:lvl4pPr>
            <a:lvl5pPr indent="-228600" lvl="4" marL="2286000" marR="0" rtl="0" algn="l">
              <a:lnSpc>
                <a:spcPct val="100000"/>
              </a:lnSpc>
              <a:spcBef>
                <a:spcPts val="0"/>
              </a:spcBef>
              <a:spcAft>
                <a:spcPts val="0"/>
              </a:spcAft>
              <a:buSzPts val="1500"/>
              <a:buNone/>
              <a:defRPr b="0" i="0" sz="1600" u="none" cap="none" strike="noStrike">
                <a:solidFill>
                  <a:schemeClr val="lt1"/>
                </a:solidFill>
                <a:latin typeface="DM Sans"/>
                <a:ea typeface="DM Sans"/>
                <a:cs typeface="DM Sans"/>
                <a:sym typeface="DM Sans"/>
              </a:defRPr>
            </a:lvl5pPr>
            <a:lvl6pPr indent="-228600" lvl="5" marL="2743200"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500"/>
              <a:buNone/>
              <a:defRPr b="0" i="0" sz="15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 id="2147483712" r:id="rId27"/>
    <p:sldLayoutId id="2147483713" r:id="rId28"/>
    <p:sldLayoutId id="2147483714" r:id="rId29"/>
    <p:sldLayoutId id="2147483715" r:id="rId30"/>
    <p:sldLayoutId id="2147483716"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
          <p15:clr>
            <a:srgbClr val="EA4335"/>
          </p15:clr>
        </p15:guide>
        <p15:guide id="2" pos="480">
          <p15:clr>
            <a:srgbClr val="EA4335"/>
          </p15:clr>
        </p15:guide>
        <p15:guide id="3" pos="960">
          <p15:clr>
            <a:srgbClr val="EA4335"/>
          </p15:clr>
        </p15:guide>
        <p15:guide id="4" pos="1056">
          <p15:clr>
            <a:srgbClr val="EA4335"/>
          </p15:clr>
        </p15:guide>
        <p15:guide id="5" pos="1518">
          <p15:clr>
            <a:srgbClr val="EA4335"/>
          </p15:clr>
        </p15:guide>
        <p15:guide id="6" pos="1614">
          <p15:clr>
            <a:srgbClr val="EA4335"/>
          </p15:clr>
        </p15:guide>
        <p15:guide id="7" pos="2091">
          <p15:clr>
            <a:srgbClr val="EA4335"/>
          </p15:clr>
        </p15:guide>
        <p15:guide id="8" pos="2185">
          <p15:clr>
            <a:srgbClr val="EA4335"/>
          </p15:clr>
        </p15:guide>
        <p15:guide id="9" pos="2651">
          <p15:clr>
            <a:srgbClr val="EA4335"/>
          </p15:clr>
        </p15:guide>
        <p15:guide id="10" pos="2755">
          <p15:clr>
            <a:srgbClr val="EA4335"/>
          </p15:clr>
        </p15:guide>
        <p15:guide id="11" pos="3223">
          <p15:clr>
            <a:srgbClr val="EA4335"/>
          </p15:clr>
        </p15:guide>
        <p15:guide id="12" pos="3326">
          <p15:clr>
            <a:srgbClr val="EA4335"/>
          </p15:clr>
        </p15:guide>
        <p15:guide id="13" pos="3795">
          <p15:clr>
            <a:srgbClr val="EA4335"/>
          </p15:clr>
        </p15:guide>
        <p15:guide id="14" pos="3883">
          <p15:clr>
            <a:srgbClr val="EA4335"/>
          </p15:clr>
        </p15:guide>
        <p15:guide id="15" pos="4367">
          <p15:clr>
            <a:srgbClr val="EA4335"/>
          </p15:clr>
        </p15:guide>
        <p15:guide id="16" pos="4455">
          <p15:clr>
            <a:srgbClr val="EA4335"/>
          </p15:clr>
        </p15:guide>
        <p15:guide id="17" pos="4923">
          <p15:clr>
            <a:srgbClr val="EA4335"/>
          </p15:clr>
        </p15:guide>
        <p15:guide id="18" pos="5027">
          <p15:clr>
            <a:srgbClr val="EA4335"/>
          </p15:clr>
        </p15:guide>
        <p15:guide id="19" pos="5493">
          <p15:clr>
            <a:srgbClr val="EA4335"/>
          </p15:clr>
        </p15:guide>
        <p15:guide id="20" pos="5587">
          <p15:clr>
            <a:srgbClr val="EA4335"/>
          </p15:clr>
        </p15:guide>
        <p15:guide id="21" pos="6064">
          <p15:clr>
            <a:srgbClr val="EA4335"/>
          </p15:clr>
        </p15:guide>
        <p15:guide id="22" pos="6161">
          <p15:clr>
            <a:srgbClr val="EA4335"/>
          </p15:clr>
        </p15:guide>
        <p15:guide id="23" pos="6622">
          <p15:clr>
            <a:srgbClr val="EA4335"/>
          </p15:clr>
        </p15:guide>
        <p15:guide id="24" pos="6718">
          <p15:clr>
            <a:srgbClr val="EA4335"/>
          </p15:clr>
        </p15:guide>
        <p15:guide id="25" pos="7198">
          <p15:clr>
            <a:srgbClr val="EA4335"/>
          </p15:clr>
        </p15:guide>
        <p15:guide id="26" pos="7294">
          <p15:clr>
            <a:srgbClr val="EA4335"/>
          </p15:clr>
        </p15:guide>
        <p15:guide id="27" orient="horz" pos="3936">
          <p15:clr>
            <a:srgbClr val="EA4335"/>
          </p15:clr>
        </p15:guide>
        <p15:guide id="28" orient="horz" pos="384">
          <p15:clr>
            <a:srgbClr val="EA4335"/>
          </p15:clr>
        </p15:guide>
        <p15:guide id="29" pos="3839">
          <p15:clr>
            <a:srgbClr val="EA4335"/>
          </p15:clr>
        </p15:guide>
        <p15:guide id="30" orient="horz" pos="21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73"/>
          <p:cNvSpPr txBox="1"/>
          <p:nvPr>
            <p:ph type="title"/>
          </p:nvPr>
        </p:nvSpPr>
        <p:spPr>
          <a:xfrm>
            <a:off x="749245" y="535597"/>
            <a:ext cx="10659300" cy="554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Use case</a:t>
            </a:r>
            <a:endParaRPr/>
          </a:p>
        </p:txBody>
      </p:sp>
      <p:sp>
        <p:nvSpPr>
          <p:cNvPr id="518" name="Google Shape;518;p73"/>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19" name="Google Shape;519;p73"/>
          <p:cNvSpPr txBox="1"/>
          <p:nvPr>
            <p:ph idx="2" type="body"/>
          </p:nvPr>
        </p:nvSpPr>
        <p:spPr>
          <a:xfrm>
            <a:off x="749250" y="1159275"/>
            <a:ext cx="10659300" cy="4003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100"/>
              <a:t>Multivar Energy,</a:t>
            </a:r>
            <a:r>
              <a:rPr lang="en" sz="1100"/>
              <a:t> a large European green energy grid provider, delivers sustainable energy to millions of households across 20+ DSOs/BUs. Their CIO has board-level funding to move beyond a nascent Azure data lake toward an agentic AI-powered grid intelligence platform — governed AI agents that reason over unified data, coordinate grid operations, and augment scarce engineering talent.</a:t>
            </a:r>
            <a:endParaRPr sz="11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b="1" lang="en" sz="1100"/>
              <a:t>The Problem</a:t>
            </a:r>
            <a:endParaRPr b="1" sz="1100"/>
          </a:p>
          <a:p>
            <a:pPr indent="-298450" lvl="0" marL="457200" rtl="0" algn="l">
              <a:lnSpc>
                <a:spcPct val="100000"/>
              </a:lnSpc>
              <a:spcBef>
                <a:spcPts val="0"/>
              </a:spcBef>
              <a:spcAft>
                <a:spcPts val="0"/>
              </a:spcAft>
              <a:buSzPts val="1100"/>
              <a:buChar char="•"/>
            </a:pPr>
            <a:r>
              <a:rPr lang="en" sz="1100"/>
              <a:t>Data silos across 20+ DSOs — disconnected SCADA, GIS, asset registries, and reporting formats</a:t>
            </a:r>
            <a:endParaRPr sz="1100"/>
          </a:p>
          <a:p>
            <a:pPr indent="-298450" lvl="0" marL="457200" rtl="0" algn="l">
              <a:lnSpc>
                <a:spcPct val="100000"/>
              </a:lnSpc>
              <a:spcBef>
                <a:spcPts val="0"/>
              </a:spcBef>
              <a:spcAft>
                <a:spcPts val="0"/>
              </a:spcAft>
              <a:buSzPts val="1100"/>
              <a:buChar char="•"/>
            </a:pPr>
            <a:r>
              <a:rPr lang="en" sz="1100"/>
              <a:t>IT/OT convergence gap — real-time telemetry trapped in historians, disconnected from the enterprise platform</a:t>
            </a:r>
            <a:endParaRPr sz="1100"/>
          </a:p>
          <a:p>
            <a:pPr indent="-298450" lvl="0" marL="457200" rtl="0" algn="l">
              <a:lnSpc>
                <a:spcPct val="100000"/>
              </a:lnSpc>
              <a:spcBef>
                <a:spcPts val="0"/>
              </a:spcBef>
              <a:spcAft>
                <a:spcPts val="0"/>
              </a:spcAft>
              <a:buSzPts val="1100"/>
              <a:buChar char="•"/>
            </a:pPr>
            <a:r>
              <a:rPr lang="en" sz="1100"/>
              <a:t>No unified asset model — transformers, substations, solar panels tracked inconsistently</a:t>
            </a:r>
            <a:endParaRPr sz="1100"/>
          </a:p>
          <a:p>
            <a:pPr indent="-298450" lvl="0" marL="457200" rtl="0" algn="l">
              <a:lnSpc>
                <a:spcPct val="100000"/>
              </a:lnSpc>
              <a:spcBef>
                <a:spcPts val="0"/>
              </a:spcBef>
              <a:spcAft>
                <a:spcPts val="0"/>
              </a:spcAft>
              <a:buSzPts val="1100"/>
              <a:buChar char="•"/>
            </a:pPr>
            <a:r>
              <a:rPr lang="en" sz="1100"/>
              <a:t>Fragmented AI pilots — no enterprise AI platform, no model governance, no path from pilot to production</a:t>
            </a:r>
            <a:endParaRPr sz="1100"/>
          </a:p>
          <a:p>
            <a:pPr indent="-298450" lvl="0" marL="457200" rtl="0" algn="l">
              <a:lnSpc>
                <a:spcPct val="100000"/>
              </a:lnSpc>
              <a:spcBef>
                <a:spcPts val="0"/>
              </a:spcBef>
              <a:spcAft>
                <a:spcPts val="0"/>
              </a:spcAft>
              <a:buSzPts val="1100"/>
              <a:buChar char="•"/>
            </a:pPr>
            <a:r>
              <a:rPr lang="en" sz="1100"/>
              <a:t>Regulatory pressure — EU energy compliance, GDPR, and critical-infrastructure security requirements</a:t>
            </a:r>
            <a:endParaRPr sz="1100"/>
          </a:p>
          <a:p>
            <a:pPr indent="0" lvl="0" marL="45720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b="1" lang="en" sz="1100"/>
              <a:t>Supervised Autonomy — Agents Recommend, Humans Decide</a:t>
            </a:r>
            <a:endParaRPr b="1" sz="11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lang="en" sz="1100"/>
              <a:t>Level 1 Assist (search, summarize) → Level 2 Recommend (propose with evidence) → Level 3 Execute with approval (simulations, draft work orders) → Level 4 Bounded automation (low-risk actions within policy). </a:t>
            </a:r>
            <a:r>
              <a:rPr b="1" lang="en" sz="1100"/>
              <a:t>No autonomous grid control in initial deployment.</a:t>
            </a:r>
            <a:endParaRPr b="1" sz="1100"/>
          </a:p>
          <a:p>
            <a:pPr indent="0" lvl="0" marL="0" rtl="0" algn="l">
              <a:lnSpc>
                <a:spcPct val="100000"/>
              </a:lnSpc>
              <a:spcBef>
                <a:spcPts val="0"/>
              </a:spcBef>
              <a:spcAft>
                <a:spcPts val="0"/>
              </a:spcAft>
              <a:buNone/>
            </a:pPr>
            <a:r>
              <a:rPr lang="en" sz="1100"/>
              <a:t>Target Outcomes</a:t>
            </a:r>
            <a:endParaRPr sz="1100"/>
          </a:p>
          <a:p>
            <a:pPr indent="0" lvl="0" marL="0" rtl="0" algn="l">
              <a:lnSpc>
                <a:spcPct val="100000"/>
              </a:lnSpc>
              <a:spcBef>
                <a:spcPts val="0"/>
              </a:spcBef>
              <a:spcAft>
                <a:spcPts val="0"/>
              </a:spcAft>
              <a:buNone/>
            </a:pPr>
            <a:r>
              <a:rPr lang="en" sz="1100"/>
              <a:t>30–40% reduction in unplanned downtime</a:t>
            </a:r>
            <a:endParaRPr sz="1100"/>
          </a:p>
          <a:p>
            <a:pPr indent="0" lvl="0" marL="0" rtl="0" algn="l">
              <a:lnSpc>
                <a:spcPct val="100000"/>
              </a:lnSpc>
              <a:spcBef>
                <a:spcPts val="0"/>
              </a:spcBef>
              <a:spcAft>
                <a:spcPts val="0"/>
              </a:spcAft>
              <a:buNone/>
            </a:pPr>
            <a:r>
              <a:rPr lang="en" sz="1100"/>
              <a:t>15–25% lower maintenance costs</a:t>
            </a:r>
            <a:endParaRPr sz="1100"/>
          </a:p>
          <a:p>
            <a:pPr indent="0" lvl="0" marL="0" rtl="0" algn="l">
              <a:lnSpc>
                <a:spcPct val="100000"/>
              </a:lnSpc>
              <a:spcBef>
                <a:spcPts val="0"/>
              </a:spcBef>
              <a:spcAft>
                <a:spcPts val="0"/>
              </a:spcAft>
              <a:buNone/>
            </a:pPr>
            <a:r>
              <a:rPr lang="en" sz="1100"/>
              <a:t>SAIDI/SAIFI improvement and faster outage restoration</a:t>
            </a:r>
            <a:endParaRPr sz="1100"/>
          </a:p>
          <a:p>
            <a:pPr indent="0" lvl="0" marL="0" rtl="0" algn="l">
              <a:lnSpc>
                <a:spcPct val="100000"/>
              </a:lnSpc>
              <a:spcBef>
                <a:spcPts val="0"/>
              </a:spcBef>
              <a:spcAft>
                <a:spcPts val="0"/>
              </a:spcAft>
              <a:buNone/>
            </a:pPr>
            <a:r>
              <a:rPr lang="en" sz="1100"/>
              <a:t>100% traceable, auditable AI decisions</a:t>
            </a:r>
            <a:endParaRPr sz="1100"/>
          </a:p>
          <a:p>
            <a:pPr indent="0" lvl="0" marL="0" rtl="0" algn="l">
              <a:lnSpc>
                <a:spcPct val="100000"/>
              </a:lnSpc>
              <a:spcBef>
                <a:spcPts val="0"/>
              </a:spcBef>
              <a:spcAft>
                <a:spcPts val="0"/>
              </a:spcAft>
              <a:buNone/>
            </a:pPr>
            <a:r>
              <a:rPr lang="en" sz="1100"/>
              <a:t>Unified digital identity for all grid assets across 20+ DSOs</a:t>
            </a:r>
            <a:endParaRPr sz="11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t/>
            </a:r>
            <a:endParaRPr sz="1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4"/>
          <p:cNvSpPr txBox="1"/>
          <p:nvPr>
            <p:ph type="title"/>
          </p:nvPr>
        </p:nvSpPr>
        <p:spPr>
          <a:xfrm>
            <a:off x="749245" y="535597"/>
            <a:ext cx="10659300" cy="554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Current State</a:t>
            </a:r>
            <a:endParaRPr/>
          </a:p>
        </p:txBody>
      </p:sp>
      <p:sp>
        <p:nvSpPr>
          <p:cNvPr id="525" name="Google Shape;525;p74"/>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26" name="Google Shape;526;p74"/>
          <p:cNvSpPr txBox="1"/>
          <p:nvPr>
            <p:ph idx="2" type="body"/>
          </p:nvPr>
        </p:nvSpPr>
        <p:spPr>
          <a:xfrm>
            <a:off x="749250" y="1159275"/>
            <a:ext cx="10659300" cy="4003200"/>
          </a:xfrm>
          <a:prstGeom prst="rect">
            <a:avLst/>
          </a:prstGeom>
        </p:spPr>
        <p:txBody>
          <a:bodyPr anchorCtr="0" anchor="t" bIns="0" lIns="0" spcFirstLastPara="1" rIns="0" wrap="square" tIns="0">
            <a:noAutofit/>
          </a:bodyPr>
          <a:lstStyle/>
          <a:p>
            <a:pPr indent="-298450" lvl="0" marL="457200" rtl="0" algn="l">
              <a:lnSpc>
                <a:spcPct val="100000"/>
              </a:lnSpc>
              <a:spcBef>
                <a:spcPts val="0"/>
              </a:spcBef>
              <a:spcAft>
                <a:spcPts val="0"/>
              </a:spcAft>
              <a:buSzPts val="1100"/>
              <a:buChar char="•"/>
            </a:pPr>
            <a:r>
              <a:rPr lang="en" sz="1100"/>
              <a:t>Nascent Azure data lake — funded by the CIO but still early-stage; no production AI workloads yet</a:t>
            </a:r>
            <a:endParaRPr sz="1100"/>
          </a:p>
          <a:p>
            <a:pPr indent="-298450" lvl="0" marL="457200" rtl="0" algn="l">
              <a:lnSpc>
                <a:spcPct val="100000"/>
              </a:lnSpc>
              <a:spcBef>
                <a:spcPts val="0"/>
              </a:spcBef>
              <a:spcAft>
                <a:spcPts val="0"/>
              </a:spcAft>
              <a:buSzPts val="1100"/>
              <a:buChar char="•"/>
            </a:pPr>
            <a:r>
              <a:rPr lang="en" sz="1100"/>
              <a:t>20+ DSOs/BUs operating in silos — each with its own SCADA, GIS, asset registry, and reporting formats</a:t>
            </a:r>
            <a:endParaRPr sz="1100"/>
          </a:p>
          <a:p>
            <a:pPr indent="-298450" lvl="0" marL="457200" rtl="0" algn="l">
              <a:lnSpc>
                <a:spcPct val="100000"/>
              </a:lnSpc>
              <a:spcBef>
                <a:spcPts val="0"/>
              </a:spcBef>
              <a:spcAft>
                <a:spcPts val="0"/>
              </a:spcAft>
              <a:buSzPts val="1100"/>
              <a:buChar char="•"/>
            </a:pPr>
            <a:r>
              <a:rPr lang="en" sz="1100"/>
              <a:t>IT/OT disconnect — real-time grid telemetry (sensors, smart meters, SCADA) is trapped in historians, not connected to the enterprise data platform</a:t>
            </a:r>
            <a:endParaRPr sz="1100"/>
          </a:p>
          <a:p>
            <a:pPr indent="-298450" lvl="0" marL="457200" rtl="0" algn="l">
              <a:lnSpc>
                <a:spcPct val="100000"/>
              </a:lnSpc>
              <a:spcBef>
                <a:spcPts val="0"/>
              </a:spcBef>
              <a:spcAft>
                <a:spcPts val="0"/>
              </a:spcAft>
              <a:buSzPts val="1100"/>
              <a:buChar char="•"/>
            </a:pPr>
            <a:r>
              <a:rPr lang="en" sz="1100"/>
              <a:t>No unified asset model — transformers, substations, solar panels, batteries tracked inconsistently across systems</a:t>
            </a:r>
            <a:endParaRPr sz="1100"/>
          </a:p>
          <a:p>
            <a:pPr indent="-298450" lvl="0" marL="457200" rtl="0" algn="l">
              <a:lnSpc>
                <a:spcPct val="100000"/>
              </a:lnSpc>
              <a:spcBef>
                <a:spcPts val="0"/>
              </a:spcBef>
              <a:spcAft>
                <a:spcPts val="0"/>
              </a:spcAft>
              <a:buSzPts val="1100"/>
              <a:buChar char="•"/>
            </a:pPr>
            <a:r>
              <a:rPr lang="en" sz="1100"/>
              <a:t>Fragmented AI pilots — isolated experiments in demand forecasting and asset monitoring with no enterprise AI platform, no model governance, and no path to production</a:t>
            </a:r>
            <a:endParaRPr sz="1100"/>
          </a:p>
          <a:p>
            <a:pPr indent="-298450" lvl="0" marL="457200" rtl="0" algn="l">
              <a:lnSpc>
                <a:spcPct val="100000"/>
              </a:lnSpc>
              <a:spcBef>
                <a:spcPts val="0"/>
              </a:spcBef>
              <a:spcAft>
                <a:spcPts val="0"/>
              </a:spcAft>
              <a:buSzPts val="1100"/>
              <a:buChar char="•"/>
            </a:pPr>
            <a:r>
              <a:rPr lang="en" sz="1100"/>
              <a:t>Manual, batch-oriented processes — grid planning, maintenance scheduling, and regulatory reporting still rely on spreadsheets and siloed tools</a:t>
            </a:r>
            <a:endParaRPr sz="1100"/>
          </a:p>
          <a:p>
            <a:pPr indent="-298450" lvl="0" marL="457200" rtl="0" algn="l">
              <a:lnSpc>
                <a:spcPct val="100000"/>
              </a:lnSpc>
              <a:spcBef>
                <a:spcPts val="0"/>
              </a:spcBef>
              <a:spcAft>
                <a:spcPts val="0"/>
              </a:spcAft>
              <a:buSzPts val="1100"/>
              <a:buChar char="•"/>
            </a:pPr>
            <a:r>
              <a:rPr lang="en" sz="1100"/>
              <a:t>Growing regulatory and grid pressure — EU compliance demands, extreme weather events, and rapid DER growth (rooftop solar, EVs, batteries) are outpacing their current capabilities</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5"/>
          <p:cNvSpPr txBox="1"/>
          <p:nvPr>
            <p:ph type="ctrTitle"/>
          </p:nvPr>
        </p:nvSpPr>
        <p:spPr>
          <a:xfrm>
            <a:off x="761808" y="1819175"/>
            <a:ext cx="6181200" cy="238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a:t>&lt;Customer&gt;</a:t>
            </a:r>
            <a:endParaRPr/>
          </a:p>
          <a:p>
            <a:pPr indent="0" lvl="0" marL="0" rtl="0" algn="l">
              <a:lnSpc>
                <a:spcPct val="90000"/>
              </a:lnSpc>
              <a:spcBef>
                <a:spcPts val="0"/>
              </a:spcBef>
              <a:spcAft>
                <a:spcPts val="0"/>
              </a:spcAft>
              <a:buClr>
                <a:schemeClr val="dk1"/>
              </a:buClr>
              <a:buSzPts val="5600"/>
              <a:buFont typeface="Arial"/>
              <a:buNone/>
            </a:pPr>
            <a:r>
              <a:t/>
            </a:r>
            <a:endParaRPr/>
          </a:p>
        </p:txBody>
      </p:sp>
      <p:sp>
        <p:nvSpPr>
          <p:cNvPr id="532" name="Google Shape;532;p75"/>
          <p:cNvSpPr txBox="1"/>
          <p:nvPr>
            <p:ph idx="1" type="subTitle"/>
          </p:nvPr>
        </p:nvSpPr>
        <p:spPr>
          <a:xfrm>
            <a:off x="761817" y="5756000"/>
            <a:ext cx="5262300" cy="492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1100"/>
              </a:spcBef>
              <a:spcAft>
                <a:spcPts val="0"/>
              </a:spcAft>
              <a:buClr>
                <a:schemeClr val="dk2"/>
              </a:buClr>
              <a:buSzPts val="1600"/>
              <a:buNone/>
            </a:pPr>
            <a:r>
              <a:rPr b="1" lang="en"/>
              <a:t>&lt;Name&gt; | Engagement Manager</a:t>
            </a:r>
            <a:br>
              <a:rPr lang="en"/>
            </a:br>
            <a:r>
              <a:rPr lang="en"/>
              <a:t>&lt;Month&gt; &lt;year&gt; &lt;version&gt;</a:t>
            </a:r>
            <a:endParaRPr/>
          </a:p>
        </p:txBody>
      </p:sp>
      <p:sp>
        <p:nvSpPr>
          <p:cNvPr id="533" name="Google Shape;533;p75"/>
          <p:cNvSpPr txBox="1"/>
          <p:nvPr>
            <p:ph idx="12" type="sldNum"/>
          </p:nvPr>
        </p:nvSpPr>
        <p:spPr>
          <a:xfrm>
            <a:off x="11097783" y="6473300"/>
            <a:ext cx="324300" cy="1863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34" name="Google Shape;534;p75"/>
          <p:cNvSpPr txBox="1"/>
          <p:nvPr>
            <p:ph idx="4294967295" type="subTitle"/>
          </p:nvPr>
        </p:nvSpPr>
        <p:spPr>
          <a:xfrm>
            <a:off x="761809" y="3835400"/>
            <a:ext cx="6170100" cy="1224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700">
                <a:latin typeface="DM Sans Medium"/>
                <a:ea typeface="DM Sans Medium"/>
                <a:cs typeface="DM Sans Medium"/>
                <a:sym typeface="DM Sans Medium"/>
              </a:rPr>
              <a:t>Professional Services Proposal</a:t>
            </a:r>
            <a:endParaRPr sz="2700">
              <a:latin typeface="DM Sans Medium"/>
              <a:ea typeface="DM Sans Medium"/>
              <a:cs typeface="DM Sans Medium"/>
              <a:sym typeface="DM Sans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76"/>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76"/>
          <p:cNvSpPr txBox="1"/>
          <p:nvPr/>
        </p:nvSpPr>
        <p:spPr>
          <a:xfrm>
            <a:off x="749245" y="535597"/>
            <a:ext cx="10659300" cy="583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None/>
            </a:pPr>
            <a:r>
              <a:rPr lang="en" sz="4000">
                <a:solidFill>
                  <a:srgbClr val="1B3139"/>
                </a:solidFill>
                <a:latin typeface="DM Sans Medium"/>
                <a:ea typeface="DM Sans Medium"/>
                <a:cs typeface="DM Sans Medium"/>
                <a:sym typeface="DM Sans Medium"/>
              </a:rPr>
              <a:t>Proposal Overview</a:t>
            </a:r>
            <a:endParaRPr sz="4000">
              <a:solidFill>
                <a:srgbClr val="1B3139"/>
              </a:solidFill>
              <a:latin typeface="DM Sans Medium"/>
              <a:ea typeface="DM Sans Medium"/>
              <a:cs typeface="DM Sans Medium"/>
              <a:sym typeface="DM Sans Medium"/>
            </a:endParaRPr>
          </a:p>
        </p:txBody>
      </p:sp>
      <p:sp>
        <p:nvSpPr>
          <p:cNvPr id="541" name="Google Shape;541;p76"/>
          <p:cNvSpPr/>
          <p:nvPr/>
        </p:nvSpPr>
        <p:spPr>
          <a:xfrm>
            <a:off x="1241350" y="1301875"/>
            <a:ext cx="6159600" cy="5247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457200" rtl="0" algn="l">
              <a:lnSpc>
                <a:spcPct val="115000"/>
              </a:lnSpc>
              <a:spcBef>
                <a:spcPts val="0"/>
              </a:spcBef>
              <a:spcAft>
                <a:spcPts val="0"/>
              </a:spcAft>
              <a:buNone/>
            </a:pPr>
            <a:r>
              <a:rPr lang="en" sz="1600">
                <a:solidFill>
                  <a:srgbClr val="1B3139"/>
                </a:solidFill>
                <a:latin typeface="DM Sans"/>
                <a:ea typeface="DM Sans"/>
                <a:cs typeface="DM Sans"/>
                <a:sym typeface="DM Sans"/>
              </a:rPr>
              <a:t>Current challenges</a:t>
            </a:r>
            <a:endParaRPr sz="1600">
              <a:solidFill>
                <a:srgbClr val="1B3139"/>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600">
              <a:solidFill>
                <a:srgbClr val="1B3139"/>
              </a:solidFill>
              <a:latin typeface="DM Sans"/>
              <a:ea typeface="DM Sans"/>
              <a:cs typeface="DM Sans"/>
              <a:sym typeface="DM Sans"/>
            </a:endParaRPr>
          </a:p>
        </p:txBody>
      </p:sp>
      <p:sp>
        <p:nvSpPr>
          <p:cNvPr id="542" name="Google Shape;542;p76"/>
          <p:cNvSpPr/>
          <p:nvPr/>
        </p:nvSpPr>
        <p:spPr>
          <a:xfrm>
            <a:off x="761907" y="1305958"/>
            <a:ext cx="618900" cy="524700"/>
          </a:xfrm>
          <a:prstGeom prst="hexagon">
            <a:avLst>
              <a:gd fmla="val 25000" name="adj"/>
              <a:gd fmla="val 115470" name="vf"/>
            </a:avLst>
          </a:prstGeom>
          <a:solidFill>
            <a:srgbClr val="FF5F46"/>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FFFF"/>
                </a:solidFill>
                <a:latin typeface="DM Sans"/>
                <a:ea typeface="DM Sans"/>
                <a:cs typeface="DM Sans"/>
                <a:sym typeface="DM Sans"/>
              </a:rPr>
              <a:t>1</a:t>
            </a:r>
            <a:endParaRPr b="1" sz="2100">
              <a:solidFill>
                <a:srgbClr val="FFFFFF"/>
              </a:solidFill>
              <a:latin typeface="DM Sans"/>
              <a:ea typeface="DM Sans"/>
              <a:cs typeface="DM Sans"/>
              <a:sym typeface="DM Sans"/>
            </a:endParaRPr>
          </a:p>
        </p:txBody>
      </p:sp>
      <p:sp>
        <p:nvSpPr>
          <p:cNvPr id="543" name="Google Shape;543;p76"/>
          <p:cNvSpPr/>
          <p:nvPr/>
        </p:nvSpPr>
        <p:spPr>
          <a:xfrm>
            <a:off x="1241350" y="1952550"/>
            <a:ext cx="6159600" cy="5247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457200" rtl="0" algn="l">
              <a:lnSpc>
                <a:spcPct val="115000"/>
              </a:lnSpc>
              <a:spcBef>
                <a:spcPts val="0"/>
              </a:spcBef>
              <a:spcAft>
                <a:spcPts val="0"/>
              </a:spcAft>
              <a:buNone/>
            </a:pPr>
            <a:r>
              <a:rPr lang="en" sz="1600">
                <a:solidFill>
                  <a:srgbClr val="1B3139"/>
                </a:solidFill>
                <a:latin typeface="DM Sans"/>
                <a:ea typeface="DM Sans"/>
                <a:cs typeface="DM Sans"/>
                <a:sym typeface="DM Sans"/>
              </a:rPr>
              <a:t>Architecture – Current state</a:t>
            </a:r>
            <a:endParaRPr sz="1600">
              <a:solidFill>
                <a:srgbClr val="1B3139"/>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600">
              <a:solidFill>
                <a:srgbClr val="1B3139"/>
              </a:solidFill>
              <a:latin typeface="DM Sans"/>
              <a:ea typeface="DM Sans"/>
              <a:cs typeface="DM Sans"/>
              <a:sym typeface="DM Sans"/>
            </a:endParaRPr>
          </a:p>
        </p:txBody>
      </p:sp>
      <p:sp>
        <p:nvSpPr>
          <p:cNvPr id="544" name="Google Shape;544;p76"/>
          <p:cNvSpPr/>
          <p:nvPr/>
        </p:nvSpPr>
        <p:spPr>
          <a:xfrm>
            <a:off x="761907" y="1952532"/>
            <a:ext cx="618900" cy="524700"/>
          </a:xfrm>
          <a:prstGeom prst="hexagon">
            <a:avLst>
              <a:gd fmla="val 25000" name="adj"/>
              <a:gd fmla="val 115470" name="vf"/>
            </a:avLst>
          </a:prstGeom>
          <a:solidFill>
            <a:srgbClr val="FF5F46"/>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FFFF"/>
                </a:solidFill>
                <a:latin typeface="DM Sans"/>
                <a:ea typeface="DM Sans"/>
                <a:cs typeface="DM Sans"/>
                <a:sym typeface="DM Sans"/>
              </a:rPr>
              <a:t>2</a:t>
            </a:r>
            <a:endParaRPr b="1" sz="2100">
              <a:solidFill>
                <a:srgbClr val="FFFFFF"/>
              </a:solidFill>
              <a:latin typeface="DM Sans"/>
              <a:ea typeface="DM Sans"/>
              <a:cs typeface="DM Sans"/>
              <a:sym typeface="DM Sans"/>
            </a:endParaRPr>
          </a:p>
        </p:txBody>
      </p:sp>
      <p:sp>
        <p:nvSpPr>
          <p:cNvPr id="545" name="Google Shape;545;p76"/>
          <p:cNvSpPr/>
          <p:nvPr/>
        </p:nvSpPr>
        <p:spPr>
          <a:xfrm>
            <a:off x="1241350" y="2580625"/>
            <a:ext cx="6159600" cy="5247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457200" rtl="0" algn="l">
              <a:lnSpc>
                <a:spcPct val="115000"/>
              </a:lnSpc>
              <a:spcBef>
                <a:spcPts val="0"/>
              </a:spcBef>
              <a:spcAft>
                <a:spcPts val="0"/>
              </a:spcAft>
              <a:buNone/>
            </a:pPr>
            <a:r>
              <a:rPr lang="en" sz="1600">
                <a:solidFill>
                  <a:srgbClr val="1B3139"/>
                </a:solidFill>
                <a:latin typeface="DM Sans"/>
                <a:ea typeface="DM Sans"/>
                <a:cs typeface="DM Sans"/>
                <a:sym typeface="DM Sans"/>
              </a:rPr>
              <a:t>Brief introduction to Data Lakehouse Architecture</a:t>
            </a:r>
            <a:endParaRPr sz="1600">
              <a:solidFill>
                <a:srgbClr val="1B3139"/>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600">
              <a:solidFill>
                <a:srgbClr val="1B3139"/>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600">
              <a:solidFill>
                <a:srgbClr val="1B3139"/>
              </a:solidFill>
              <a:latin typeface="DM Sans"/>
              <a:ea typeface="DM Sans"/>
              <a:cs typeface="DM Sans"/>
              <a:sym typeface="DM Sans"/>
            </a:endParaRPr>
          </a:p>
        </p:txBody>
      </p:sp>
      <p:sp>
        <p:nvSpPr>
          <p:cNvPr id="546" name="Google Shape;546;p76"/>
          <p:cNvSpPr/>
          <p:nvPr/>
        </p:nvSpPr>
        <p:spPr>
          <a:xfrm>
            <a:off x="761907" y="2584711"/>
            <a:ext cx="618900" cy="524700"/>
          </a:xfrm>
          <a:prstGeom prst="hexagon">
            <a:avLst>
              <a:gd fmla="val 25000" name="adj"/>
              <a:gd fmla="val 115470" name="vf"/>
            </a:avLst>
          </a:prstGeom>
          <a:solidFill>
            <a:srgbClr val="FF5F46"/>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FFFF"/>
                </a:solidFill>
                <a:latin typeface="DM Sans"/>
                <a:ea typeface="DM Sans"/>
                <a:cs typeface="DM Sans"/>
                <a:sym typeface="DM Sans"/>
              </a:rPr>
              <a:t>3</a:t>
            </a:r>
            <a:endParaRPr b="1" sz="2100">
              <a:solidFill>
                <a:srgbClr val="FFFFFF"/>
              </a:solidFill>
              <a:latin typeface="DM Sans"/>
              <a:ea typeface="DM Sans"/>
              <a:cs typeface="DM Sans"/>
              <a:sym typeface="DM Sans"/>
            </a:endParaRPr>
          </a:p>
        </p:txBody>
      </p:sp>
      <p:sp>
        <p:nvSpPr>
          <p:cNvPr id="547" name="Google Shape;547;p76"/>
          <p:cNvSpPr/>
          <p:nvPr/>
        </p:nvSpPr>
        <p:spPr>
          <a:xfrm>
            <a:off x="1241350" y="3212800"/>
            <a:ext cx="6159600" cy="5247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457200" rtl="0" algn="l">
              <a:lnSpc>
                <a:spcPct val="115000"/>
              </a:lnSpc>
              <a:spcBef>
                <a:spcPts val="0"/>
              </a:spcBef>
              <a:spcAft>
                <a:spcPts val="0"/>
              </a:spcAft>
              <a:buNone/>
            </a:pPr>
            <a:r>
              <a:rPr lang="en" sz="1600">
                <a:solidFill>
                  <a:srgbClr val="1B3139"/>
                </a:solidFill>
                <a:latin typeface="DM Sans"/>
                <a:ea typeface="DM Sans"/>
                <a:cs typeface="DM Sans"/>
                <a:sym typeface="DM Sans"/>
              </a:rPr>
              <a:t>Envisioned architecture using Lakehouse</a:t>
            </a:r>
            <a:endParaRPr sz="1600">
              <a:solidFill>
                <a:srgbClr val="1B3139"/>
              </a:solidFill>
              <a:latin typeface="DM Sans"/>
              <a:ea typeface="DM Sans"/>
              <a:cs typeface="DM Sans"/>
              <a:sym typeface="DM Sans"/>
            </a:endParaRPr>
          </a:p>
          <a:p>
            <a:pPr indent="0" lvl="0" marL="457200" rtl="0" algn="l">
              <a:lnSpc>
                <a:spcPct val="115000"/>
              </a:lnSpc>
              <a:spcBef>
                <a:spcPts val="0"/>
              </a:spcBef>
              <a:spcAft>
                <a:spcPts val="0"/>
              </a:spcAft>
              <a:buNone/>
            </a:pPr>
            <a:r>
              <a:t/>
            </a:r>
            <a:endParaRPr sz="1600">
              <a:solidFill>
                <a:srgbClr val="1B3139"/>
              </a:solidFill>
              <a:latin typeface="DM Sans"/>
              <a:ea typeface="DM Sans"/>
              <a:cs typeface="DM Sans"/>
              <a:sym typeface="DM Sans"/>
            </a:endParaRPr>
          </a:p>
          <a:p>
            <a:pPr indent="0" lvl="0" marL="0" rtl="0" algn="l">
              <a:lnSpc>
                <a:spcPct val="115000"/>
              </a:lnSpc>
              <a:spcBef>
                <a:spcPts val="0"/>
              </a:spcBef>
              <a:spcAft>
                <a:spcPts val="0"/>
              </a:spcAft>
              <a:buNone/>
            </a:pPr>
            <a:r>
              <a:t/>
            </a:r>
            <a:endParaRPr sz="1600">
              <a:solidFill>
                <a:srgbClr val="1B3139"/>
              </a:solidFill>
              <a:latin typeface="DM Sans"/>
              <a:ea typeface="DM Sans"/>
              <a:cs typeface="DM Sans"/>
              <a:sym typeface="DM Sans"/>
            </a:endParaRPr>
          </a:p>
        </p:txBody>
      </p:sp>
      <p:sp>
        <p:nvSpPr>
          <p:cNvPr id="548" name="Google Shape;548;p76"/>
          <p:cNvSpPr/>
          <p:nvPr/>
        </p:nvSpPr>
        <p:spPr>
          <a:xfrm>
            <a:off x="761907" y="3212798"/>
            <a:ext cx="618900" cy="524700"/>
          </a:xfrm>
          <a:prstGeom prst="hexagon">
            <a:avLst>
              <a:gd fmla="val 25000" name="adj"/>
              <a:gd fmla="val 115470" name="vf"/>
            </a:avLst>
          </a:prstGeom>
          <a:solidFill>
            <a:srgbClr val="FF5F46"/>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FFFF"/>
                </a:solidFill>
                <a:latin typeface="DM Sans"/>
                <a:ea typeface="DM Sans"/>
                <a:cs typeface="DM Sans"/>
                <a:sym typeface="DM Sans"/>
              </a:rPr>
              <a:t>4</a:t>
            </a:r>
            <a:endParaRPr b="1" sz="2100">
              <a:solidFill>
                <a:srgbClr val="FFFFFF"/>
              </a:solidFill>
              <a:latin typeface="DM Sans"/>
              <a:ea typeface="DM Sans"/>
              <a:cs typeface="DM Sans"/>
              <a:sym typeface="DM Sans"/>
            </a:endParaRPr>
          </a:p>
        </p:txBody>
      </p:sp>
      <p:sp>
        <p:nvSpPr>
          <p:cNvPr id="549" name="Google Shape;549;p76"/>
          <p:cNvSpPr/>
          <p:nvPr/>
        </p:nvSpPr>
        <p:spPr>
          <a:xfrm>
            <a:off x="1241350" y="3840875"/>
            <a:ext cx="6159600" cy="5247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457200" rtl="0" algn="l">
              <a:lnSpc>
                <a:spcPct val="115000"/>
              </a:lnSpc>
              <a:spcBef>
                <a:spcPts val="0"/>
              </a:spcBef>
              <a:spcAft>
                <a:spcPts val="0"/>
              </a:spcAft>
              <a:buNone/>
            </a:pPr>
            <a:r>
              <a:rPr lang="en" sz="1600">
                <a:solidFill>
                  <a:srgbClr val="1B3139"/>
                </a:solidFill>
                <a:latin typeface="DM Sans"/>
                <a:ea typeface="DM Sans"/>
                <a:cs typeface="DM Sans"/>
                <a:sym typeface="DM Sans"/>
              </a:rPr>
              <a:t>Outcome: Business Value &amp; Impact</a:t>
            </a:r>
            <a:endParaRPr/>
          </a:p>
        </p:txBody>
      </p:sp>
      <p:sp>
        <p:nvSpPr>
          <p:cNvPr id="550" name="Google Shape;550;p76"/>
          <p:cNvSpPr/>
          <p:nvPr/>
        </p:nvSpPr>
        <p:spPr>
          <a:xfrm>
            <a:off x="761907" y="3840885"/>
            <a:ext cx="618900" cy="524700"/>
          </a:xfrm>
          <a:prstGeom prst="hexagon">
            <a:avLst>
              <a:gd fmla="val 25000" name="adj"/>
              <a:gd fmla="val 115470" name="vf"/>
            </a:avLst>
          </a:prstGeom>
          <a:solidFill>
            <a:srgbClr val="FF5F46"/>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FFFF"/>
                </a:solidFill>
                <a:latin typeface="DM Sans"/>
                <a:ea typeface="DM Sans"/>
                <a:cs typeface="DM Sans"/>
                <a:sym typeface="DM Sans"/>
              </a:rPr>
              <a:t>5</a:t>
            </a:r>
            <a:endParaRPr b="1" sz="2100">
              <a:solidFill>
                <a:srgbClr val="FFFFFF"/>
              </a:solidFill>
              <a:latin typeface="DM Sans"/>
              <a:ea typeface="DM Sans"/>
              <a:cs typeface="DM Sans"/>
              <a:sym typeface="DM Sans"/>
            </a:endParaRPr>
          </a:p>
        </p:txBody>
      </p:sp>
      <p:sp>
        <p:nvSpPr>
          <p:cNvPr id="551" name="Google Shape;551;p76"/>
          <p:cNvSpPr/>
          <p:nvPr/>
        </p:nvSpPr>
        <p:spPr>
          <a:xfrm>
            <a:off x="1250875" y="4469525"/>
            <a:ext cx="6159600" cy="524700"/>
          </a:xfrm>
          <a:prstGeom prst="rect">
            <a:avLst/>
          </a:prstGeom>
          <a:solidFill>
            <a:srgbClr val="FFFFFF"/>
          </a:solidFill>
          <a:ln>
            <a:noFill/>
          </a:ln>
          <a:effectLst>
            <a:outerShdw blurRad="428625" rotWithShape="0" algn="bl" dir="5400000" dist="76200">
              <a:srgbClr val="000000">
                <a:alpha val="12000"/>
              </a:srgbClr>
            </a:outerShdw>
          </a:effectLst>
        </p:spPr>
        <p:txBody>
          <a:bodyPr anchorCtr="0" anchor="t" bIns="121875" lIns="121875" spcFirstLastPara="1" rIns="121875" wrap="square" tIns="121875">
            <a:noAutofit/>
          </a:bodyPr>
          <a:lstStyle/>
          <a:p>
            <a:pPr indent="0" lvl="0" marL="457200" rtl="0" algn="l">
              <a:lnSpc>
                <a:spcPct val="115000"/>
              </a:lnSpc>
              <a:spcBef>
                <a:spcPts val="0"/>
              </a:spcBef>
              <a:spcAft>
                <a:spcPts val="0"/>
              </a:spcAft>
              <a:buNone/>
            </a:pPr>
            <a:r>
              <a:rPr lang="en" sz="1600">
                <a:solidFill>
                  <a:srgbClr val="1B3139"/>
                </a:solidFill>
                <a:latin typeface="DM Sans"/>
                <a:ea typeface="DM Sans"/>
                <a:cs typeface="DM Sans"/>
                <a:sym typeface="DM Sans"/>
              </a:rPr>
              <a:t>Next Steps</a:t>
            </a:r>
            <a:endParaRPr/>
          </a:p>
        </p:txBody>
      </p:sp>
      <p:sp>
        <p:nvSpPr>
          <p:cNvPr id="552" name="Google Shape;552;p76"/>
          <p:cNvSpPr/>
          <p:nvPr/>
        </p:nvSpPr>
        <p:spPr>
          <a:xfrm>
            <a:off x="771432" y="4469535"/>
            <a:ext cx="618900" cy="524700"/>
          </a:xfrm>
          <a:prstGeom prst="hexagon">
            <a:avLst>
              <a:gd fmla="val 25000" name="adj"/>
              <a:gd fmla="val 115470" name="vf"/>
            </a:avLst>
          </a:prstGeom>
          <a:solidFill>
            <a:srgbClr val="FF5F46"/>
          </a:solidFill>
          <a:ln>
            <a:noFill/>
          </a:ln>
        </p:spPr>
        <p:txBody>
          <a:bodyPr anchorCtr="0" anchor="ctr" bIns="121875" lIns="121875" spcFirstLastPara="1" rIns="121875" wrap="square" tIns="121875">
            <a:noAutofit/>
          </a:bodyPr>
          <a:lstStyle/>
          <a:p>
            <a:pPr indent="0" lvl="0" marL="0" rtl="0" algn="ctr">
              <a:spcBef>
                <a:spcPts val="0"/>
              </a:spcBef>
              <a:spcAft>
                <a:spcPts val="0"/>
              </a:spcAft>
              <a:buNone/>
            </a:pPr>
            <a:r>
              <a:rPr b="1" lang="en" sz="2100">
                <a:solidFill>
                  <a:srgbClr val="FFFFFF"/>
                </a:solidFill>
                <a:latin typeface="DM Sans"/>
                <a:ea typeface="DM Sans"/>
                <a:cs typeface="DM Sans"/>
                <a:sym typeface="DM Sans"/>
              </a:rPr>
              <a:t>6</a:t>
            </a:r>
            <a:endParaRPr b="1" sz="2100">
              <a:solidFill>
                <a:srgbClr val="FFFFFF"/>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7"/>
          <p:cNvSpPr txBox="1"/>
          <p:nvPr>
            <p:ph type="title"/>
          </p:nvPr>
        </p:nvSpPr>
        <p:spPr>
          <a:xfrm>
            <a:off x="749245" y="535597"/>
            <a:ext cx="10659300" cy="554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Current Challenges</a:t>
            </a:r>
            <a:endParaRPr/>
          </a:p>
        </p:txBody>
      </p:sp>
      <p:sp>
        <p:nvSpPr>
          <p:cNvPr id="558" name="Google Shape;558;p77"/>
          <p:cNvSpPr txBox="1"/>
          <p:nvPr>
            <p:ph idx="12" type="sldNum"/>
          </p:nvPr>
        </p:nvSpPr>
        <p:spPr>
          <a:xfrm>
            <a:off x="11097669" y="6473300"/>
            <a:ext cx="324300" cy="1866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559" name="Google Shape;559;p77"/>
          <p:cNvSpPr txBox="1"/>
          <p:nvPr>
            <p:ph idx="2" type="body"/>
          </p:nvPr>
        </p:nvSpPr>
        <p:spPr>
          <a:xfrm>
            <a:off x="749250" y="1159275"/>
            <a:ext cx="10659300" cy="40032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100"/>
              <a:t>Problem statement:</a:t>
            </a:r>
            <a:endParaRPr b="1" sz="1100"/>
          </a:p>
          <a:p>
            <a:pPr indent="0" lvl="0" marL="0" rtl="0" algn="l">
              <a:lnSpc>
                <a:spcPct val="100000"/>
              </a:lnSpc>
              <a:spcBef>
                <a:spcPts val="0"/>
              </a:spcBef>
              <a:spcAft>
                <a:spcPts val="0"/>
              </a:spcAft>
              <a:buNone/>
            </a:pPr>
            <a:br>
              <a:rPr b="1" lang="en" sz="1100"/>
            </a:br>
            <a:r>
              <a:rPr b="1" lang="en" sz="1100"/>
              <a:t>Multivar Energy,</a:t>
            </a:r>
            <a:r>
              <a:rPr lang="en" sz="1100"/>
              <a:t> a large European green energy grid provider, delivers sustainable energy to millions of households across 20+ DSOs/BUs. Their CIO has board-level funding to move beyond a nascent Azure data lake toward an agentic AI-powered grid intelligence platform — governed AI agents that reason over unified data, coordinate grid operations, and augment scarce engineering talent.</a:t>
            </a:r>
            <a:endParaRPr sz="11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b="1" lang="en" sz="1100"/>
              <a:t>Current Challenges</a:t>
            </a:r>
            <a:endParaRPr b="1" sz="1100"/>
          </a:p>
          <a:p>
            <a:pPr indent="-298450" lvl="0" marL="457200" rtl="0" algn="l">
              <a:lnSpc>
                <a:spcPct val="100000"/>
              </a:lnSpc>
              <a:spcBef>
                <a:spcPts val="0"/>
              </a:spcBef>
              <a:spcAft>
                <a:spcPts val="0"/>
              </a:spcAft>
              <a:buSzPts val="1100"/>
              <a:buChar char="•"/>
            </a:pPr>
            <a:r>
              <a:rPr lang="en" sz="1100"/>
              <a:t>Data silos across 20+ DSOs — disconnected SCADA, GIS, asset registries, and reporting formats</a:t>
            </a:r>
            <a:endParaRPr sz="1100"/>
          </a:p>
          <a:p>
            <a:pPr indent="-298450" lvl="0" marL="457200" rtl="0" algn="l">
              <a:lnSpc>
                <a:spcPct val="100000"/>
              </a:lnSpc>
              <a:spcBef>
                <a:spcPts val="0"/>
              </a:spcBef>
              <a:spcAft>
                <a:spcPts val="0"/>
              </a:spcAft>
              <a:buSzPts val="1100"/>
              <a:buChar char="•"/>
            </a:pPr>
            <a:r>
              <a:rPr lang="en" sz="1100"/>
              <a:t>IT/OT convergence gap — real-time telemetry trapped in historians, disconnected from the enterprise platform</a:t>
            </a:r>
            <a:endParaRPr sz="1100"/>
          </a:p>
          <a:p>
            <a:pPr indent="-298450" lvl="0" marL="457200" rtl="0" algn="l">
              <a:lnSpc>
                <a:spcPct val="100000"/>
              </a:lnSpc>
              <a:spcBef>
                <a:spcPts val="0"/>
              </a:spcBef>
              <a:spcAft>
                <a:spcPts val="0"/>
              </a:spcAft>
              <a:buSzPts val="1100"/>
              <a:buChar char="•"/>
            </a:pPr>
            <a:r>
              <a:rPr lang="en" sz="1100"/>
              <a:t>No unified asset model — transformers, substations, solar panels tracked inconsistently</a:t>
            </a:r>
            <a:endParaRPr sz="1100"/>
          </a:p>
          <a:p>
            <a:pPr indent="-298450" lvl="0" marL="457200" rtl="0" algn="l">
              <a:lnSpc>
                <a:spcPct val="100000"/>
              </a:lnSpc>
              <a:spcBef>
                <a:spcPts val="0"/>
              </a:spcBef>
              <a:spcAft>
                <a:spcPts val="0"/>
              </a:spcAft>
              <a:buSzPts val="1100"/>
              <a:buChar char="•"/>
            </a:pPr>
            <a:r>
              <a:rPr lang="en" sz="1100"/>
              <a:t>Fragmented AI pilots — no enterprise AI platform, no model governance, no path from pilot to production</a:t>
            </a:r>
            <a:endParaRPr sz="1100"/>
          </a:p>
          <a:p>
            <a:pPr indent="-298450" lvl="0" marL="457200" rtl="0" algn="l">
              <a:lnSpc>
                <a:spcPct val="100000"/>
              </a:lnSpc>
              <a:spcBef>
                <a:spcPts val="0"/>
              </a:spcBef>
              <a:spcAft>
                <a:spcPts val="0"/>
              </a:spcAft>
              <a:buSzPts val="1100"/>
              <a:buChar char="•"/>
            </a:pPr>
            <a:r>
              <a:rPr lang="en" sz="1100"/>
              <a:t>Regulatory pressure — EU energy compliance, GDPR, and critical-infrastructure security requirements</a:t>
            </a:r>
            <a:endParaRPr sz="1100"/>
          </a:p>
          <a:p>
            <a:pPr indent="0" lvl="0" marL="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rPr b="1" lang="en" sz="1100"/>
              <a:t>Current Approach</a:t>
            </a:r>
            <a:endParaRPr b="1" sz="1100"/>
          </a:p>
          <a:p>
            <a:pPr indent="-298450" lvl="0" marL="457200" rtl="0" algn="l">
              <a:lnSpc>
                <a:spcPct val="100000"/>
              </a:lnSpc>
              <a:spcBef>
                <a:spcPts val="0"/>
              </a:spcBef>
              <a:spcAft>
                <a:spcPts val="0"/>
              </a:spcAft>
              <a:buSzPts val="1100"/>
              <a:buChar char="•"/>
            </a:pPr>
            <a:r>
              <a:rPr lang="en" sz="1100"/>
              <a:t>Data lake </a:t>
            </a:r>
            <a:endParaRPr sz="1100"/>
          </a:p>
          <a:p>
            <a:pPr indent="-298450" lvl="0" marL="457200" rtl="0" algn="l">
              <a:lnSpc>
                <a:spcPct val="100000"/>
              </a:lnSpc>
              <a:spcBef>
                <a:spcPts val="0"/>
              </a:spcBef>
              <a:spcAft>
                <a:spcPts val="0"/>
              </a:spcAft>
              <a:buSzPts val="1100"/>
              <a:buChar char="•"/>
            </a:pPr>
            <a:r>
              <a:rPr lang="en" sz="1100"/>
              <a:t>New to the AI and agentic technology as it pertains to Grid resilience and intelligence</a:t>
            </a:r>
            <a:endParaRPr sz="1100"/>
          </a:p>
          <a:p>
            <a:pPr indent="0" lvl="0" marL="0" rtl="0" algn="l">
              <a:lnSpc>
                <a:spcPct val="100000"/>
              </a:lnSpc>
              <a:spcBef>
                <a:spcPts val="0"/>
              </a:spcBef>
              <a:spcAft>
                <a:spcPts val="0"/>
              </a:spcAft>
              <a:buNone/>
            </a:pPr>
            <a:r>
              <a:t/>
            </a:r>
            <a:endParaRPr sz="1100"/>
          </a:p>
          <a:p>
            <a:pPr indent="0" lvl="0" marL="457200" rtl="0" algn="l">
              <a:lnSpc>
                <a:spcPct val="100000"/>
              </a:lnSpc>
              <a:spcBef>
                <a:spcPts val="0"/>
              </a:spcBef>
              <a:spcAft>
                <a:spcPts val="0"/>
              </a:spcAft>
              <a:buNone/>
            </a:pPr>
            <a:r>
              <a:t/>
            </a:r>
            <a:endParaRPr sz="1100"/>
          </a:p>
          <a:p>
            <a:pPr indent="0" lvl="0" marL="0" rtl="0" algn="l">
              <a:lnSpc>
                <a:spcPct val="100000"/>
              </a:lnSpc>
              <a:spcBef>
                <a:spcPts val="0"/>
              </a:spcBef>
              <a:spcAft>
                <a:spcPts val="0"/>
              </a:spcAft>
              <a:buNone/>
            </a:pPr>
            <a:r>
              <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Databricks Theme">
  <a:themeElements>
    <a:clrScheme name="Office">
      <a:dk1>
        <a:srgbClr val="1B3139"/>
      </a:dk1>
      <a:lt1>
        <a:srgbClr val="F9F7F4"/>
      </a:lt1>
      <a:dk2>
        <a:srgbClr val="FF5F46"/>
      </a:dk2>
      <a:lt2>
        <a:srgbClr val="EEEDE9"/>
      </a:lt2>
      <a:accent1>
        <a:srgbClr val="1B5162"/>
      </a:accent1>
      <a:accent2>
        <a:srgbClr val="00A972"/>
      </a:accent2>
      <a:accent3>
        <a:srgbClr val="98102A"/>
      </a:accent3>
      <a:accent4>
        <a:srgbClr val="FFAB00"/>
      </a:accent4>
      <a:accent5>
        <a:srgbClr val="618794"/>
      </a:accent5>
      <a:accent6>
        <a:srgbClr val="4359FF"/>
      </a:accent6>
      <a:hlink>
        <a:srgbClr val="FF362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bricks Theme: Dark">
  <a:themeElements>
    <a:clrScheme name="Office">
      <a:dk1>
        <a:srgbClr val="1B3139"/>
      </a:dk1>
      <a:lt1>
        <a:srgbClr val="F9F7F4"/>
      </a:lt1>
      <a:dk2>
        <a:srgbClr val="FF5F46"/>
      </a:dk2>
      <a:lt2>
        <a:srgbClr val="EEEDE9"/>
      </a:lt2>
      <a:accent1>
        <a:srgbClr val="1B5162"/>
      </a:accent1>
      <a:accent2>
        <a:srgbClr val="00A972"/>
      </a:accent2>
      <a:accent3>
        <a:srgbClr val="98102A"/>
      </a:accent3>
      <a:accent4>
        <a:srgbClr val="FFAB00"/>
      </a:accent4>
      <a:accent5>
        <a:srgbClr val="618794"/>
      </a:accent5>
      <a:accent6>
        <a:srgbClr val="4299E0"/>
      </a:accent6>
      <a:hlink>
        <a:srgbClr val="FF362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